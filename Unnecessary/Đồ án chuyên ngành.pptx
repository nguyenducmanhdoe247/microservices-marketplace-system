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aleway" charset="1" panose="00000000000000000000"/>
      <p:regular r:id="rId17"/>
    </p:embeddedFont>
    <p:embeddedFont>
      <p:font typeface="Roboto" charset="1" panose="02000000000000000000"/>
      <p:regular r:id="rId18"/>
    </p:embeddedFont>
    <p:embeddedFont>
      <p:font typeface="Consolas" charset="1" panose="020B0609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VAGlns3raFs.mp4" Type="http://schemas.openxmlformats.org/officeDocument/2006/relationships/video"/><Relationship Id="rId4" Target="../media/VAGlns3raFs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8059" y="2373706"/>
            <a:ext cx="17791881" cy="2059167"/>
            <a:chOff x="0" y="0"/>
            <a:chExt cx="21738035" cy="2515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38034" cy="2515880"/>
            </a:xfrm>
            <a:custGeom>
              <a:avLst/>
              <a:gdLst/>
              <a:ahLst/>
              <a:cxnLst/>
              <a:rect r="r" b="b" t="t" l="l"/>
              <a:pathLst>
                <a:path h="2515880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2515880"/>
                  </a:lnTo>
                  <a:lnTo>
                    <a:pt x="0" y="2515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738035" cy="254445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7186"/>
                </a:lnSpc>
              </a:pPr>
              <a:r>
                <a:rPr lang="en-US" sz="57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Hệ thống thương mại dịch vụ trực tuyến với kiến trúc microservices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8059" y="4926215"/>
            <a:ext cx="17791881" cy="495041"/>
            <a:chOff x="0" y="0"/>
            <a:chExt cx="21738035" cy="604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8034" cy="604838"/>
            </a:xfrm>
            <a:custGeom>
              <a:avLst/>
              <a:gdLst/>
              <a:ahLst/>
              <a:cxnLst/>
              <a:rect r="r" b="b" t="t" l="l"/>
              <a:pathLst>
                <a:path h="604838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04775"/>
              <a:ext cx="21738035" cy="7096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888"/>
                </a:lnSpc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Sinh viên thực hiện: Nguyễn Đức Mạnh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8059" y="5769310"/>
            <a:ext cx="17791881" cy="495041"/>
            <a:chOff x="0" y="0"/>
            <a:chExt cx="21738035" cy="6048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8034" cy="604838"/>
            </a:xfrm>
            <a:custGeom>
              <a:avLst/>
              <a:gdLst/>
              <a:ahLst/>
              <a:cxnLst/>
              <a:rect r="r" b="b" t="t" l="l"/>
              <a:pathLst>
                <a:path h="604838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4775"/>
              <a:ext cx="21738035" cy="7096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888"/>
                </a:lnSpc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MSSV: 22110150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8059" y="6612404"/>
            <a:ext cx="17791881" cy="495041"/>
            <a:chOff x="0" y="0"/>
            <a:chExt cx="21738035" cy="6048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38034" cy="604838"/>
            </a:xfrm>
            <a:custGeom>
              <a:avLst/>
              <a:gdLst/>
              <a:ahLst/>
              <a:cxnLst/>
              <a:rect r="r" b="b" t="t" l="l"/>
              <a:pathLst>
                <a:path h="604838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21738035" cy="7096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888"/>
                </a:lnSpc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Giảng viên hướng dẫn: TS. Tạ Quang Ngọc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48059" y="7455500"/>
            <a:ext cx="17791881" cy="457795"/>
            <a:chOff x="0" y="0"/>
            <a:chExt cx="21738035" cy="5593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38034" cy="559331"/>
            </a:xfrm>
            <a:custGeom>
              <a:avLst/>
              <a:gdLst/>
              <a:ahLst/>
              <a:cxnLst/>
              <a:rect r="r" b="b" t="t" l="l"/>
              <a:pathLst>
                <a:path h="559331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559331"/>
                  </a:lnTo>
                  <a:lnTo>
                    <a:pt x="0" y="559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21738035" cy="66410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888"/>
                </a:lnSpc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Trường: Đại học Việt Nhật - ĐHQGHN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737" y="2098504"/>
            <a:ext cx="7694808" cy="1212652"/>
            <a:chOff x="0" y="0"/>
            <a:chExt cx="9450983" cy="14894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0984" cy="1489414"/>
            </a:xfrm>
            <a:custGeom>
              <a:avLst/>
              <a:gdLst/>
              <a:ahLst/>
              <a:cxnLst/>
              <a:rect r="r" b="b" t="t" l="l"/>
              <a:pathLst>
                <a:path h="1489414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489414"/>
                  </a:lnTo>
                  <a:lnTo>
                    <a:pt x="0" y="1489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450983" cy="152751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1"/>
                </a:lnSpc>
              </a:pPr>
              <a:r>
                <a:rPr lang="en-US" sz="58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Động cơ và mục tiêu</a:t>
              </a:r>
            </a:p>
          </p:txBody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294737" y="3675853"/>
            <a:ext cx="5899508" cy="1231117"/>
          </a:xfrm>
          <a:custGeom>
            <a:avLst/>
            <a:gdLst/>
            <a:ahLst/>
            <a:cxnLst/>
            <a:rect r="r" b="b" t="t" l="l"/>
            <a:pathLst>
              <a:path h="1231117" w="5899508">
                <a:moveTo>
                  <a:pt x="0" y="0"/>
                </a:moveTo>
                <a:lnTo>
                  <a:pt x="5899509" y="0"/>
                </a:lnTo>
                <a:lnTo>
                  <a:pt x="5899509" y="1231117"/>
                </a:lnTo>
                <a:lnTo>
                  <a:pt x="0" y="1231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" t="0" r="-65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02517" y="5368559"/>
            <a:ext cx="3847323" cy="665481"/>
            <a:chOff x="0" y="0"/>
            <a:chExt cx="4725392" cy="8173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25392" cy="817363"/>
            </a:xfrm>
            <a:custGeom>
              <a:avLst/>
              <a:gdLst/>
              <a:ahLst/>
              <a:cxnLst/>
              <a:rect r="r" b="b" t="t" l="l"/>
              <a:pathLst>
                <a:path h="817363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17363"/>
                  </a:lnTo>
                  <a:lnTo>
                    <a:pt x="0" y="817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725392" cy="8459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Nhu cầu thị trường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2517" y="6034041"/>
            <a:ext cx="5283950" cy="996659"/>
            <a:chOff x="0" y="0"/>
            <a:chExt cx="6489898" cy="12241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89898" cy="1224125"/>
            </a:xfrm>
            <a:custGeom>
              <a:avLst/>
              <a:gdLst/>
              <a:ahLst/>
              <a:cxnLst/>
              <a:rect r="r" b="b" t="t" l="l"/>
              <a:pathLst>
                <a:path h="1224125" w="6489898">
                  <a:moveTo>
                    <a:pt x="0" y="0"/>
                  </a:moveTo>
                  <a:lnTo>
                    <a:pt x="6489898" y="0"/>
                  </a:lnTo>
                  <a:lnTo>
                    <a:pt x="6489898" y="1224125"/>
                  </a:lnTo>
                  <a:lnTo>
                    <a:pt x="0" y="12241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6489898" cy="1328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Nhu cầu về nền tảng cung cấp dịch vụ trực tuyến ngày càng tăng.</a:t>
              </a:r>
            </a:p>
          </p:txBody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6194246" y="3675853"/>
            <a:ext cx="5899508" cy="1231117"/>
          </a:xfrm>
          <a:custGeom>
            <a:avLst/>
            <a:gdLst/>
            <a:ahLst/>
            <a:cxnLst/>
            <a:rect r="r" b="b" t="t" l="l"/>
            <a:pathLst>
              <a:path h="1231117" w="5899508">
                <a:moveTo>
                  <a:pt x="0" y="0"/>
                </a:moveTo>
                <a:lnTo>
                  <a:pt x="5899508" y="0"/>
                </a:lnTo>
                <a:lnTo>
                  <a:pt x="5899508" y="1231117"/>
                </a:lnTo>
                <a:lnTo>
                  <a:pt x="0" y="12311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" t="0" r="-65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6502025" y="5368559"/>
            <a:ext cx="3847323" cy="665481"/>
            <a:chOff x="0" y="0"/>
            <a:chExt cx="4725392" cy="8173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25392" cy="817363"/>
            </a:xfrm>
            <a:custGeom>
              <a:avLst/>
              <a:gdLst/>
              <a:ahLst/>
              <a:cxnLst/>
              <a:rect r="r" b="b" t="t" l="l"/>
              <a:pathLst>
                <a:path h="817363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17363"/>
                  </a:lnTo>
                  <a:lnTo>
                    <a:pt x="0" y="817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725392" cy="8459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Giải pháp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02025" y="6034041"/>
            <a:ext cx="5283950" cy="996659"/>
            <a:chOff x="0" y="0"/>
            <a:chExt cx="6489898" cy="12241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89898" cy="1224125"/>
            </a:xfrm>
            <a:custGeom>
              <a:avLst/>
              <a:gdLst/>
              <a:ahLst/>
              <a:cxnLst/>
              <a:rect r="r" b="b" t="t" l="l"/>
              <a:pathLst>
                <a:path h="1224125" w="6489898">
                  <a:moveTo>
                    <a:pt x="0" y="0"/>
                  </a:moveTo>
                  <a:lnTo>
                    <a:pt x="6489898" y="0"/>
                  </a:lnTo>
                  <a:lnTo>
                    <a:pt x="6489898" y="1224125"/>
                  </a:lnTo>
                  <a:lnTo>
                    <a:pt x="0" y="12241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6489898" cy="1328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Hệ thống marketplace tích hợp nhiều dịch vụ trên một nền tảng thống nhất.</a:t>
              </a:r>
            </a:p>
          </p:txBody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12093754" y="3675853"/>
            <a:ext cx="5899508" cy="1231117"/>
          </a:xfrm>
          <a:custGeom>
            <a:avLst/>
            <a:gdLst/>
            <a:ahLst/>
            <a:cxnLst/>
            <a:rect r="r" b="b" t="t" l="l"/>
            <a:pathLst>
              <a:path h="1231117" w="5899508">
                <a:moveTo>
                  <a:pt x="0" y="0"/>
                </a:moveTo>
                <a:lnTo>
                  <a:pt x="5899509" y="0"/>
                </a:lnTo>
                <a:lnTo>
                  <a:pt x="5899509" y="1231117"/>
                </a:lnTo>
                <a:lnTo>
                  <a:pt x="0" y="1231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5" t="0" r="-65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2401533" y="5368559"/>
            <a:ext cx="3847323" cy="665481"/>
            <a:chOff x="0" y="0"/>
            <a:chExt cx="4725392" cy="81736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25392" cy="817363"/>
            </a:xfrm>
            <a:custGeom>
              <a:avLst/>
              <a:gdLst/>
              <a:ahLst/>
              <a:cxnLst/>
              <a:rect r="r" b="b" t="t" l="l"/>
              <a:pathLst>
                <a:path h="817363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17363"/>
                  </a:lnTo>
                  <a:lnTo>
                    <a:pt x="0" y="817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4725392" cy="8459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Mục tiêu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401533" y="6034041"/>
            <a:ext cx="5283950" cy="996659"/>
            <a:chOff x="0" y="0"/>
            <a:chExt cx="6489898" cy="12241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89898" cy="1224125"/>
            </a:xfrm>
            <a:custGeom>
              <a:avLst/>
              <a:gdLst/>
              <a:ahLst/>
              <a:cxnLst/>
              <a:rect r="r" b="b" t="t" l="l"/>
              <a:pathLst>
                <a:path h="1224125" w="6489898">
                  <a:moveTo>
                    <a:pt x="0" y="0"/>
                  </a:moveTo>
                  <a:lnTo>
                    <a:pt x="6489898" y="0"/>
                  </a:lnTo>
                  <a:lnTo>
                    <a:pt x="6489898" y="1224125"/>
                  </a:lnTo>
                  <a:lnTo>
                    <a:pt x="0" y="12241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6489898" cy="1328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Xây dựng hệ thống đa dịch vụ có khả năng mở rộng.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401533" y="7203602"/>
            <a:ext cx="5283950" cy="996659"/>
            <a:chOff x="0" y="0"/>
            <a:chExt cx="6489898" cy="12241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89898" cy="1224125"/>
            </a:xfrm>
            <a:custGeom>
              <a:avLst/>
              <a:gdLst/>
              <a:ahLst/>
              <a:cxnLst/>
              <a:rect r="r" b="b" t="t" l="l"/>
              <a:pathLst>
                <a:path h="1224125" w="6489898">
                  <a:moveTo>
                    <a:pt x="0" y="0"/>
                  </a:moveTo>
                  <a:lnTo>
                    <a:pt x="6489898" y="0"/>
                  </a:lnTo>
                  <a:lnTo>
                    <a:pt x="6489898" y="1224125"/>
                  </a:lnTo>
                  <a:lnTo>
                    <a:pt x="0" y="12241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6489898" cy="1328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Sử dụng kiến trúc microservices và triển khai CI/CD chuyên nghiệp.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7036" y="866718"/>
            <a:ext cx="7692669" cy="1271962"/>
            <a:chOff x="0" y="0"/>
            <a:chExt cx="9450983" cy="15626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0984" cy="1562695"/>
            </a:xfrm>
            <a:custGeom>
              <a:avLst/>
              <a:gdLst/>
              <a:ahLst/>
              <a:cxnLst/>
              <a:rect r="r" b="b" t="t" l="l"/>
              <a:pathLst>
                <a:path h="1562695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562695"/>
                  </a:lnTo>
                  <a:lnTo>
                    <a:pt x="0" y="15626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450983" cy="160079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685"/>
                </a:lnSpc>
              </a:pPr>
              <a:r>
                <a:rPr lang="en-US" sz="61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Công nghệ sử dụng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1867" y="2438459"/>
            <a:ext cx="8703455" cy="4280578"/>
            <a:chOff x="0" y="0"/>
            <a:chExt cx="10692805" cy="52589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10680065" cy="5246243"/>
            </a:xfrm>
            <a:custGeom>
              <a:avLst/>
              <a:gdLst/>
              <a:ahLst/>
              <a:cxnLst/>
              <a:rect r="r" b="b" t="t" l="l"/>
              <a:pathLst>
                <a:path h="5246243" w="10680065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1061" y="0"/>
                  </a:lnTo>
                  <a:cubicBezTo>
                    <a:pt x="10608818" y="0"/>
                    <a:pt x="10680065" y="71120"/>
                    <a:pt x="10680065" y="158750"/>
                  </a:cubicBezTo>
                  <a:lnTo>
                    <a:pt x="10680065" y="5087493"/>
                  </a:lnTo>
                  <a:cubicBezTo>
                    <a:pt x="10680065" y="5175250"/>
                    <a:pt x="10608818" y="5246243"/>
                    <a:pt x="10521061" y="5246243"/>
                  </a:cubicBezTo>
                  <a:lnTo>
                    <a:pt x="159004" y="5246243"/>
                  </a:lnTo>
                  <a:cubicBezTo>
                    <a:pt x="71247" y="5246243"/>
                    <a:pt x="0" y="5175250"/>
                    <a:pt x="0" y="5087493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92765" cy="5258943"/>
            </a:xfrm>
            <a:custGeom>
              <a:avLst/>
              <a:gdLst/>
              <a:ahLst/>
              <a:cxnLst/>
              <a:rect r="r" b="b" t="t" l="l"/>
              <a:pathLst>
                <a:path h="5258943" w="1069276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411" y="0"/>
                  </a:lnTo>
                  <a:lnTo>
                    <a:pt x="10527411" y="6350"/>
                  </a:lnTo>
                  <a:lnTo>
                    <a:pt x="10527411" y="0"/>
                  </a:lnTo>
                  <a:cubicBezTo>
                    <a:pt x="10618724" y="0"/>
                    <a:pt x="10692765" y="73914"/>
                    <a:pt x="10692765" y="165100"/>
                  </a:cubicBezTo>
                  <a:lnTo>
                    <a:pt x="10686415" y="165100"/>
                  </a:lnTo>
                  <a:lnTo>
                    <a:pt x="10692765" y="165100"/>
                  </a:lnTo>
                  <a:lnTo>
                    <a:pt x="10692765" y="5093843"/>
                  </a:lnTo>
                  <a:lnTo>
                    <a:pt x="10686415" y="5093843"/>
                  </a:lnTo>
                  <a:lnTo>
                    <a:pt x="10692765" y="5093843"/>
                  </a:lnTo>
                  <a:cubicBezTo>
                    <a:pt x="10692765" y="5185029"/>
                    <a:pt x="10618724" y="5258943"/>
                    <a:pt x="10527411" y="5258943"/>
                  </a:cubicBezTo>
                  <a:lnTo>
                    <a:pt x="10527411" y="5252593"/>
                  </a:lnTo>
                  <a:lnTo>
                    <a:pt x="10527411" y="5258943"/>
                  </a:lnTo>
                  <a:lnTo>
                    <a:pt x="165354" y="5258943"/>
                  </a:lnTo>
                  <a:lnTo>
                    <a:pt x="165354" y="5252593"/>
                  </a:lnTo>
                  <a:lnTo>
                    <a:pt x="165354" y="5258943"/>
                  </a:lnTo>
                  <a:cubicBezTo>
                    <a:pt x="74041" y="5258943"/>
                    <a:pt x="0" y="5185029"/>
                    <a:pt x="0" y="509384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093843"/>
                  </a:lnTo>
                  <a:lnTo>
                    <a:pt x="6350" y="5093843"/>
                  </a:lnTo>
                  <a:lnTo>
                    <a:pt x="12700" y="5093843"/>
                  </a:lnTo>
                  <a:cubicBezTo>
                    <a:pt x="12700" y="5178044"/>
                    <a:pt x="81026" y="5246243"/>
                    <a:pt x="165354" y="5246243"/>
                  </a:cubicBezTo>
                  <a:lnTo>
                    <a:pt x="10527411" y="5246243"/>
                  </a:lnTo>
                  <a:cubicBezTo>
                    <a:pt x="10611739" y="5246243"/>
                    <a:pt x="10680065" y="5177917"/>
                    <a:pt x="10680065" y="5093843"/>
                  </a:cubicBezTo>
                  <a:lnTo>
                    <a:pt x="10680065" y="165100"/>
                  </a:lnTo>
                  <a:cubicBezTo>
                    <a:pt x="10680065" y="80899"/>
                    <a:pt x="10611739" y="12700"/>
                    <a:pt x="10527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15067" y="2761659"/>
            <a:ext cx="3846253" cy="667677"/>
            <a:chOff x="0" y="0"/>
            <a:chExt cx="4725392" cy="82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25392" cy="820288"/>
            </a:xfrm>
            <a:custGeom>
              <a:avLst/>
              <a:gdLst/>
              <a:ahLst/>
              <a:cxnLst/>
              <a:rect r="r" b="b" t="t" l="l"/>
              <a:pathLst>
                <a:path h="820288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20288"/>
                  </a:lnTo>
                  <a:lnTo>
                    <a:pt x="0" y="8202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725392" cy="8488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187"/>
                </a:lnSpc>
              </a:pPr>
              <a:r>
                <a:rPr lang="en-US" sz="33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Frontend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5067" y="3426957"/>
            <a:ext cx="8057055" cy="535595"/>
            <a:chOff x="0" y="0"/>
            <a:chExt cx="9898658" cy="6580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98659" cy="658016"/>
            </a:xfrm>
            <a:custGeom>
              <a:avLst/>
              <a:gdLst/>
              <a:ahLst/>
              <a:cxnLst/>
              <a:rect r="r" b="b" t="t" l="l"/>
              <a:pathLst>
                <a:path h="658016" w="9898659">
                  <a:moveTo>
                    <a:pt x="0" y="0"/>
                  </a:moveTo>
                  <a:lnTo>
                    <a:pt x="9898659" y="0"/>
                  </a:lnTo>
                  <a:lnTo>
                    <a:pt x="9898659" y="658016"/>
                  </a:lnTo>
                  <a:lnTo>
                    <a:pt x="0" y="65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33350"/>
              <a:ext cx="9898658" cy="79136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39"/>
                </a:lnSpc>
              </a:pPr>
              <a:r>
                <a:rPr lang="en-US" sz="27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Vue.js + Vite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92678" y="2438459"/>
            <a:ext cx="8703455" cy="4280578"/>
            <a:chOff x="0" y="0"/>
            <a:chExt cx="10692805" cy="52589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10680065" cy="5246243"/>
            </a:xfrm>
            <a:custGeom>
              <a:avLst/>
              <a:gdLst/>
              <a:ahLst/>
              <a:cxnLst/>
              <a:rect r="r" b="b" t="t" l="l"/>
              <a:pathLst>
                <a:path h="5246243" w="10680065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1061" y="0"/>
                  </a:lnTo>
                  <a:cubicBezTo>
                    <a:pt x="10608818" y="0"/>
                    <a:pt x="10680065" y="71120"/>
                    <a:pt x="10680065" y="158750"/>
                  </a:cubicBezTo>
                  <a:lnTo>
                    <a:pt x="10680065" y="5087493"/>
                  </a:lnTo>
                  <a:cubicBezTo>
                    <a:pt x="10680065" y="5175250"/>
                    <a:pt x="10608818" y="5246243"/>
                    <a:pt x="10521061" y="5246243"/>
                  </a:cubicBezTo>
                  <a:lnTo>
                    <a:pt x="159004" y="5246243"/>
                  </a:lnTo>
                  <a:cubicBezTo>
                    <a:pt x="71247" y="5246243"/>
                    <a:pt x="0" y="5175250"/>
                    <a:pt x="0" y="5087493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92765" cy="5258943"/>
            </a:xfrm>
            <a:custGeom>
              <a:avLst/>
              <a:gdLst/>
              <a:ahLst/>
              <a:cxnLst/>
              <a:rect r="r" b="b" t="t" l="l"/>
              <a:pathLst>
                <a:path h="5258943" w="1069276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411" y="0"/>
                  </a:lnTo>
                  <a:lnTo>
                    <a:pt x="10527411" y="6350"/>
                  </a:lnTo>
                  <a:lnTo>
                    <a:pt x="10527411" y="0"/>
                  </a:lnTo>
                  <a:cubicBezTo>
                    <a:pt x="10618724" y="0"/>
                    <a:pt x="10692765" y="73914"/>
                    <a:pt x="10692765" y="165100"/>
                  </a:cubicBezTo>
                  <a:lnTo>
                    <a:pt x="10686415" y="165100"/>
                  </a:lnTo>
                  <a:lnTo>
                    <a:pt x="10692765" y="165100"/>
                  </a:lnTo>
                  <a:lnTo>
                    <a:pt x="10692765" y="5093843"/>
                  </a:lnTo>
                  <a:lnTo>
                    <a:pt x="10686415" y="5093843"/>
                  </a:lnTo>
                  <a:lnTo>
                    <a:pt x="10692765" y="5093843"/>
                  </a:lnTo>
                  <a:cubicBezTo>
                    <a:pt x="10692765" y="5185029"/>
                    <a:pt x="10618724" y="5258943"/>
                    <a:pt x="10527411" y="5258943"/>
                  </a:cubicBezTo>
                  <a:lnTo>
                    <a:pt x="10527411" y="5252593"/>
                  </a:lnTo>
                  <a:lnTo>
                    <a:pt x="10527411" y="5258943"/>
                  </a:lnTo>
                  <a:lnTo>
                    <a:pt x="165354" y="5258943"/>
                  </a:lnTo>
                  <a:lnTo>
                    <a:pt x="165354" y="5252593"/>
                  </a:lnTo>
                  <a:lnTo>
                    <a:pt x="165354" y="5258943"/>
                  </a:lnTo>
                  <a:cubicBezTo>
                    <a:pt x="74041" y="5258943"/>
                    <a:pt x="0" y="5185029"/>
                    <a:pt x="0" y="509384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093843"/>
                  </a:lnTo>
                  <a:lnTo>
                    <a:pt x="6350" y="5093843"/>
                  </a:lnTo>
                  <a:lnTo>
                    <a:pt x="12700" y="5093843"/>
                  </a:lnTo>
                  <a:cubicBezTo>
                    <a:pt x="12700" y="5178044"/>
                    <a:pt x="81026" y="5246243"/>
                    <a:pt x="165354" y="5246243"/>
                  </a:cubicBezTo>
                  <a:lnTo>
                    <a:pt x="10527411" y="5246243"/>
                  </a:lnTo>
                  <a:cubicBezTo>
                    <a:pt x="10611739" y="5246243"/>
                    <a:pt x="10680065" y="5177917"/>
                    <a:pt x="10680065" y="5093843"/>
                  </a:cubicBezTo>
                  <a:lnTo>
                    <a:pt x="10680065" y="165100"/>
                  </a:lnTo>
                  <a:cubicBezTo>
                    <a:pt x="10680065" y="80899"/>
                    <a:pt x="10611739" y="12700"/>
                    <a:pt x="10527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615878" y="2761659"/>
            <a:ext cx="3846253" cy="667677"/>
            <a:chOff x="0" y="0"/>
            <a:chExt cx="4725392" cy="820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25392" cy="820288"/>
            </a:xfrm>
            <a:custGeom>
              <a:avLst/>
              <a:gdLst/>
              <a:ahLst/>
              <a:cxnLst/>
              <a:rect r="r" b="b" t="t" l="l"/>
              <a:pathLst>
                <a:path h="820288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20288"/>
                  </a:lnTo>
                  <a:lnTo>
                    <a:pt x="0" y="8202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725392" cy="8488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187"/>
                </a:lnSpc>
              </a:pPr>
              <a:r>
                <a:rPr lang="en-US" sz="33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Backend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15878" y="3426957"/>
            <a:ext cx="8057055" cy="535595"/>
            <a:chOff x="0" y="0"/>
            <a:chExt cx="9898658" cy="6580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98659" cy="658016"/>
            </a:xfrm>
            <a:custGeom>
              <a:avLst/>
              <a:gdLst/>
              <a:ahLst/>
              <a:cxnLst/>
              <a:rect r="r" b="b" t="t" l="l"/>
              <a:pathLst>
                <a:path h="658016" w="9898659">
                  <a:moveTo>
                    <a:pt x="0" y="0"/>
                  </a:moveTo>
                  <a:lnTo>
                    <a:pt x="9898659" y="0"/>
                  </a:lnTo>
                  <a:lnTo>
                    <a:pt x="9898659" y="658016"/>
                  </a:lnTo>
                  <a:lnTo>
                    <a:pt x="0" y="65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33350"/>
              <a:ext cx="9898658" cy="79136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39"/>
                </a:lnSpc>
              </a:pPr>
              <a:r>
                <a:rPr lang="en-US" sz="27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Node.js (Express) tách thành 4 dịch vụ: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15878" y="4103883"/>
            <a:ext cx="8057055" cy="535595"/>
            <a:chOff x="0" y="0"/>
            <a:chExt cx="9898658" cy="6580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98659" cy="658016"/>
            </a:xfrm>
            <a:custGeom>
              <a:avLst/>
              <a:gdLst/>
              <a:ahLst/>
              <a:cxnLst/>
              <a:rect r="r" b="b" t="t" l="l"/>
              <a:pathLst>
                <a:path h="658016" w="9898659">
                  <a:moveTo>
                    <a:pt x="0" y="0"/>
                  </a:moveTo>
                  <a:lnTo>
                    <a:pt x="9898659" y="0"/>
                  </a:lnTo>
                  <a:lnTo>
                    <a:pt x="9898659" y="658016"/>
                  </a:lnTo>
                  <a:lnTo>
                    <a:pt x="0" y="65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33350"/>
              <a:ext cx="9898658" cy="79136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user-service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15878" y="4703765"/>
            <a:ext cx="8057055" cy="535595"/>
            <a:chOff x="0" y="0"/>
            <a:chExt cx="9898658" cy="6580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898659" cy="658016"/>
            </a:xfrm>
            <a:custGeom>
              <a:avLst/>
              <a:gdLst/>
              <a:ahLst/>
              <a:cxnLst/>
              <a:rect r="r" b="b" t="t" l="l"/>
              <a:pathLst>
                <a:path h="658016" w="9898659">
                  <a:moveTo>
                    <a:pt x="0" y="0"/>
                  </a:moveTo>
                  <a:lnTo>
                    <a:pt x="9898659" y="0"/>
                  </a:lnTo>
                  <a:lnTo>
                    <a:pt x="9898659" y="658016"/>
                  </a:lnTo>
                  <a:lnTo>
                    <a:pt x="0" y="65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33350"/>
              <a:ext cx="9898658" cy="79136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product-service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15878" y="5303646"/>
            <a:ext cx="8057055" cy="535595"/>
            <a:chOff x="0" y="0"/>
            <a:chExt cx="9898658" cy="6580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898659" cy="658016"/>
            </a:xfrm>
            <a:custGeom>
              <a:avLst/>
              <a:gdLst/>
              <a:ahLst/>
              <a:cxnLst/>
              <a:rect r="r" b="b" t="t" l="l"/>
              <a:pathLst>
                <a:path h="658016" w="9898659">
                  <a:moveTo>
                    <a:pt x="0" y="0"/>
                  </a:moveTo>
                  <a:lnTo>
                    <a:pt x="9898659" y="0"/>
                  </a:lnTo>
                  <a:lnTo>
                    <a:pt x="9898659" y="658016"/>
                  </a:lnTo>
                  <a:lnTo>
                    <a:pt x="0" y="65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33350"/>
              <a:ext cx="9898658" cy="79136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order-service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15878" y="5903528"/>
            <a:ext cx="8057055" cy="535595"/>
            <a:chOff x="0" y="0"/>
            <a:chExt cx="9898658" cy="6580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898659" cy="658016"/>
            </a:xfrm>
            <a:custGeom>
              <a:avLst/>
              <a:gdLst/>
              <a:ahLst/>
              <a:cxnLst/>
              <a:rect r="r" b="b" t="t" l="l"/>
              <a:pathLst>
                <a:path h="658016" w="9898659">
                  <a:moveTo>
                    <a:pt x="0" y="0"/>
                  </a:moveTo>
                  <a:lnTo>
                    <a:pt x="9898659" y="0"/>
                  </a:lnTo>
                  <a:lnTo>
                    <a:pt x="9898659" y="658016"/>
                  </a:lnTo>
                  <a:lnTo>
                    <a:pt x="0" y="65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33350"/>
              <a:ext cx="9898658" cy="79136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payment-service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91867" y="7016395"/>
            <a:ext cx="8703455" cy="2403888"/>
            <a:chOff x="0" y="0"/>
            <a:chExt cx="10692805" cy="295334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350" y="6350"/>
              <a:ext cx="10680064" cy="2940685"/>
            </a:xfrm>
            <a:custGeom>
              <a:avLst/>
              <a:gdLst/>
              <a:ahLst/>
              <a:cxnLst/>
              <a:rect r="r" b="b" t="t" l="l"/>
              <a:pathLst>
                <a:path h="2940685" w="10680064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10520807" y="0"/>
                  </a:lnTo>
                  <a:cubicBezTo>
                    <a:pt x="10608818" y="0"/>
                    <a:pt x="10680064" y="71120"/>
                    <a:pt x="10680064" y="158750"/>
                  </a:cubicBezTo>
                  <a:lnTo>
                    <a:pt x="10680064" y="2781935"/>
                  </a:lnTo>
                  <a:cubicBezTo>
                    <a:pt x="10680064" y="2869565"/>
                    <a:pt x="10608818" y="2940685"/>
                    <a:pt x="10520807" y="2940685"/>
                  </a:cubicBezTo>
                  <a:lnTo>
                    <a:pt x="159258" y="2940685"/>
                  </a:lnTo>
                  <a:cubicBezTo>
                    <a:pt x="71247" y="2940685"/>
                    <a:pt x="0" y="2869565"/>
                    <a:pt x="0" y="2781935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692764" cy="2953385"/>
            </a:xfrm>
            <a:custGeom>
              <a:avLst/>
              <a:gdLst/>
              <a:ahLst/>
              <a:cxnLst/>
              <a:rect r="r" b="b" t="t" l="l"/>
              <a:pathLst>
                <a:path h="2953385" w="10692764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597" y="0"/>
                    <a:pt x="10692764" y="73914"/>
                    <a:pt x="10692764" y="165100"/>
                  </a:cubicBezTo>
                  <a:lnTo>
                    <a:pt x="10686414" y="165100"/>
                  </a:lnTo>
                  <a:lnTo>
                    <a:pt x="10692764" y="165100"/>
                  </a:lnTo>
                  <a:lnTo>
                    <a:pt x="10692764" y="2788285"/>
                  </a:lnTo>
                  <a:lnTo>
                    <a:pt x="10686414" y="2788285"/>
                  </a:lnTo>
                  <a:lnTo>
                    <a:pt x="10692764" y="2788285"/>
                  </a:lnTo>
                  <a:cubicBezTo>
                    <a:pt x="10692764" y="2879471"/>
                    <a:pt x="10618597" y="2953385"/>
                    <a:pt x="10527157" y="2953385"/>
                  </a:cubicBezTo>
                  <a:lnTo>
                    <a:pt x="10527157" y="2947035"/>
                  </a:lnTo>
                  <a:lnTo>
                    <a:pt x="10527157" y="2953385"/>
                  </a:lnTo>
                  <a:lnTo>
                    <a:pt x="165608" y="2953385"/>
                  </a:lnTo>
                  <a:lnTo>
                    <a:pt x="165608" y="2947035"/>
                  </a:lnTo>
                  <a:lnTo>
                    <a:pt x="165608" y="2953385"/>
                  </a:lnTo>
                  <a:cubicBezTo>
                    <a:pt x="74168" y="2953385"/>
                    <a:pt x="0" y="2879471"/>
                    <a:pt x="0" y="2788285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788285"/>
                  </a:lnTo>
                  <a:lnTo>
                    <a:pt x="6350" y="2788285"/>
                  </a:lnTo>
                  <a:lnTo>
                    <a:pt x="12700" y="2788285"/>
                  </a:lnTo>
                  <a:cubicBezTo>
                    <a:pt x="12700" y="2872486"/>
                    <a:pt x="81153" y="2940685"/>
                    <a:pt x="165608" y="2940685"/>
                  </a:cubicBezTo>
                  <a:lnTo>
                    <a:pt x="10527157" y="2940685"/>
                  </a:lnTo>
                  <a:cubicBezTo>
                    <a:pt x="10611612" y="2940685"/>
                    <a:pt x="10680064" y="2872486"/>
                    <a:pt x="10680064" y="2788285"/>
                  </a:cubicBezTo>
                  <a:lnTo>
                    <a:pt x="10680064" y="165100"/>
                  </a:lnTo>
                  <a:cubicBezTo>
                    <a:pt x="10680064" y="80899"/>
                    <a:pt x="10611612" y="12700"/>
                    <a:pt x="10527157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15067" y="7339594"/>
            <a:ext cx="3846253" cy="667677"/>
            <a:chOff x="0" y="0"/>
            <a:chExt cx="4725392" cy="8202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25392" cy="820288"/>
            </a:xfrm>
            <a:custGeom>
              <a:avLst/>
              <a:gdLst/>
              <a:ahLst/>
              <a:cxnLst/>
              <a:rect r="r" b="b" t="t" l="l"/>
              <a:pathLst>
                <a:path h="820288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20288"/>
                  </a:lnTo>
                  <a:lnTo>
                    <a:pt x="0" y="8202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4725392" cy="8488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187"/>
                </a:lnSpc>
              </a:pPr>
              <a:r>
                <a:rPr lang="en-US" sz="33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Database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15067" y="8004891"/>
            <a:ext cx="8057055" cy="535595"/>
            <a:chOff x="0" y="0"/>
            <a:chExt cx="9898658" cy="6580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898659" cy="658016"/>
            </a:xfrm>
            <a:custGeom>
              <a:avLst/>
              <a:gdLst/>
              <a:ahLst/>
              <a:cxnLst/>
              <a:rect r="r" b="b" t="t" l="l"/>
              <a:pathLst>
                <a:path h="658016" w="9898659">
                  <a:moveTo>
                    <a:pt x="0" y="0"/>
                  </a:moveTo>
                  <a:lnTo>
                    <a:pt x="9898659" y="0"/>
                  </a:lnTo>
                  <a:lnTo>
                    <a:pt x="9898659" y="658016"/>
                  </a:lnTo>
                  <a:lnTo>
                    <a:pt x="0" y="65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33350"/>
              <a:ext cx="9898658" cy="79136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39"/>
                </a:lnSpc>
              </a:pPr>
              <a:r>
                <a:rPr lang="en-US" sz="27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MongoDB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292678" y="7016395"/>
            <a:ext cx="8703455" cy="2403888"/>
            <a:chOff x="0" y="0"/>
            <a:chExt cx="10692805" cy="295334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6350" y="6350"/>
              <a:ext cx="10680064" cy="2940685"/>
            </a:xfrm>
            <a:custGeom>
              <a:avLst/>
              <a:gdLst/>
              <a:ahLst/>
              <a:cxnLst/>
              <a:rect r="r" b="b" t="t" l="l"/>
              <a:pathLst>
                <a:path h="2940685" w="10680064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10520807" y="0"/>
                  </a:lnTo>
                  <a:cubicBezTo>
                    <a:pt x="10608818" y="0"/>
                    <a:pt x="10680064" y="71120"/>
                    <a:pt x="10680064" y="158750"/>
                  </a:cubicBezTo>
                  <a:lnTo>
                    <a:pt x="10680064" y="2781935"/>
                  </a:lnTo>
                  <a:cubicBezTo>
                    <a:pt x="10680064" y="2869565"/>
                    <a:pt x="10608818" y="2940685"/>
                    <a:pt x="10520807" y="2940685"/>
                  </a:cubicBezTo>
                  <a:lnTo>
                    <a:pt x="159258" y="2940685"/>
                  </a:lnTo>
                  <a:cubicBezTo>
                    <a:pt x="71247" y="2940685"/>
                    <a:pt x="0" y="2869565"/>
                    <a:pt x="0" y="2781935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692764" cy="2953385"/>
            </a:xfrm>
            <a:custGeom>
              <a:avLst/>
              <a:gdLst/>
              <a:ahLst/>
              <a:cxnLst/>
              <a:rect r="r" b="b" t="t" l="l"/>
              <a:pathLst>
                <a:path h="2953385" w="10692764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597" y="0"/>
                    <a:pt x="10692764" y="73914"/>
                    <a:pt x="10692764" y="165100"/>
                  </a:cubicBezTo>
                  <a:lnTo>
                    <a:pt x="10686414" y="165100"/>
                  </a:lnTo>
                  <a:lnTo>
                    <a:pt x="10692764" y="165100"/>
                  </a:lnTo>
                  <a:lnTo>
                    <a:pt x="10692764" y="2788285"/>
                  </a:lnTo>
                  <a:lnTo>
                    <a:pt x="10686414" y="2788285"/>
                  </a:lnTo>
                  <a:lnTo>
                    <a:pt x="10692764" y="2788285"/>
                  </a:lnTo>
                  <a:cubicBezTo>
                    <a:pt x="10692764" y="2879471"/>
                    <a:pt x="10618597" y="2953385"/>
                    <a:pt x="10527157" y="2953385"/>
                  </a:cubicBezTo>
                  <a:lnTo>
                    <a:pt x="10527157" y="2947035"/>
                  </a:lnTo>
                  <a:lnTo>
                    <a:pt x="10527157" y="2953385"/>
                  </a:lnTo>
                  <a:lnTo>
                    <a:pt x="165608" y="2953385"/>
                  </a:lnTo>
                  <a:lnTo>
                    <a:pt x="165608" y="2947035"/>
                  </a:lnTo>
                  <a:lnTo>
                    <a:pt x="165608" y="2953385"/>
                  </a:lnTo>
                  <a:cubicBezTo>
                    <a:pt x="74168" y="2953385"/>
                    <a:pt x="0" y="2879471"/>
                    <a:pt x="0" y="2788285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788285"/>
                  </a:lnTo>
                  <a:lnTo>
                    <a:pt x="6350" y="2788285"/>
                  </a:lnTo>
                  <a:lnTo>
                    <a:pt x="12700" y="2788285"/>
                  </a:lnTo>
                  <a:cubicBezTo>
                    <a:pt x="12700" y="2872486"/>
                    <a:pt x="81153" y="2940685"/>
                    <a:pt x="165608" y="2940685"/>
                  </a:cubicBezTo>
                  <a:lnTo>
                    <a:pt x="10527157" y="2940685"/>
                  </a:lnTo>
                  <a:cubicBezTo>
                    <a:pt x="10611612" y="2940685"/>
                    <a:pt x="10680064" y="2872486"/>
                    <a:pt x="10680064" y="2788285"/>
                  </a:cubicBezTo>
                  <a:lnTo>
                    <a:pt x="10680064" y="165100"/>
                  </a:lnTo>
                  <a:cubicBezTo>
                    <a:pt x="10680064" y="80899"/>
                    <a:pt x="10611612" y="12700"/>
                    <a:pt x="10527157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615878" y="7339594"/>
            <a:ext cx="3846253" cy="667677"/>
            <a:chOff x="0" y="0"/>
            <a:chExt cx="4725392" cy="820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725392" cy="820288"/>
            </a:xfrm>
            <a:custGeom>
              <a:avLst/>
              <a:gdLst/>
              <a:ahLst/>
              <a:cxnLst/>
              <a:rect r="r" b="b" t="t" l="l"/>
              <a:pathLst>
                <a:path h="820288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20288"/>
                  </a:lnTo>
                  <a:lnTo>
                    <a:pt x="0" y="8202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4725392" cy="8488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187"/>
                </a:lnSpc>
              </a:pPr>
              <a:r>
                <a:rPr lang="en-US" sz="33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Hạ tầng triển khai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15878" y="8004891"/>
            <a:ext cx="8057055" cy="535595"/>
            <a:chOff x="0" y="0"/>
            <a:chExt cx="9898658" cy="65801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898659" cy="658016"/>
            </a:xfrm>
            <a:custGeom>
              <a:avLst/>
              <a:gdLst/>
              <a:ahLst/>
              <a:cxnLst/>
              <a:rect r="r" b="b" t="t" l="l"/>
              <a:pathLst>
                <a:path h="658016" w="9898659">
                  <a:moveTo>
                    <a:pt x="0" y="0"/>
                  </a:moveTo>
                  <a:lnTo>
                    <a:pt x="9898659" y="0"/>
                  </a:lnTo>
                  <a:lnTo>
                    <a:pt x="9898659" y="658016"/>
                  </a:lnTo>
                  <a:lnTo>
                    <a:pt x="0" y="65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33350"/>
              <a:ext cx="9898658" cy="79136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Docker, Kubernetes (DigitalOcean)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15878" y="8604772"/>
            <a:ext cx="8057055" cy="535595"/>
            <a:chOff x="0" y="0"/>
            <a:chExt cx="9898658" cy="65801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898659" cy="658016"/>
            </a:xfrm>
            <a:custGeom>
              <a:avLst/>
              <a:gdLst/>
              <a:ahLst/>
              <a:cxnLst/>
              <a:rect r="r" b="b" t="t" l="l"/>
              <a:pathLst>
                <a:path h="658016" w="9898659">
                  <a:moveTo>
                    <a:pt x="0" y="0"/>
                  </a:moveTo>
                  <a:lnTo>
                    <a:pt x="9898659" y="0"/>
                  </a:lnTo>
                  <a:lnTo>
                    <a:pt x="9898659" y="658016"/>
                  </a:lnTo>
                  <a:lnTo>
                    <a:pt x="0" y="65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33350"/>
              <a:ext cx="9898658" cy="79136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20388" indent="-210194" lvl="1">
                <a:lnSpc>
                  <a:spcPts val="4539"/>
                </a:lnSpc>
                <a:buFont typeface="Arial"/>
                <a:buChar char="•"/>
              </a:pPr>
              <a:r>
                <a:rPr lang="en-US" sz="27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Jenkins CI/CD, Nginx Gateway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5439611" y="139961"/>
            <a:ext cx="7408776" cy="4940740"/>
          </a:xfrm>
          <a:custGeom>
            <a:avLst/>
            <a:gdLst/>
            <a:ahLst/>
            <a:cxnLst/>
            <a:rect r="r" b="b" t="t" l="l"/>
            <a:pathLst>
              <a:path h="4940740" w="7408776">
                <a:moveTo>
                  <a:pt x="0" y="0"/>
                </a:moveTo>
                <a:lnTo>
                  <a:pt x="7408776" y="0"/>
                </a:lnTo>
                <a:lnTo>
                  <a:pt x="7408776" y="4940740"/>
                </a:lnTo>
                <a:lnTo>
                  <a:pt x="0" y="4940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" t="0" r="-15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427500" y="5080701"/>
            <a:ext cx="7579296" cy="1213592"/>
            <a:chOff x="0" y="0"/>
            <a:chExt cx="9450983" cy="15132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50984" cy="1513285"/>
            </a:xfrm>
            <a:custGeom>
              <a:avLst/>
              <a:gdLst/>
              <a:ahLst/>
              <a:cxnLst/>
              <a:rect r="r" b="b" t="t" l="l"/>
              <a:pathLst>
                <a:path h="1513285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513285"/>
                  </a:lnTo>
                  <a:lnTo>
                    <a:pt x="0" y="15132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450983" cy="15513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436"/>
                </a:lnSpc>
              </a:pPr>
              <a:r>
                <a:rPr lang="en-US" sz="59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Kiến trúc hệ thống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7500" y="6823747"/>
            <a:ext cx="17433000" cy="40739"/>
            <a:chOff x="0" y="0"/>
            <a:chExt cx="21738035" cy="5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38082" cy="50800"/>
            </a:xfrm>
            <a:custGeom>
              <a:avLst/>
              <a:gdLst/>
              <a:ahLst/>
              <a:cxnLst/>
              <a:rect r="r" b="b" t="t" l="l"/>
              <a:pathLst>
                <a:path h="50800" w="21738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72431" y="6823747"/>
            <a:ext cx="40739" cy="909477"/>
            <a:chOff x="0" y="0"/>
            <a:chExt cx="50800" cy="11340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1134110"/>
            </a:xfrm>
            <a:custGeom>
              <a:avLst/>
              <a:gdLst/>
              <a:ahLst/>
              <a:cxnLst/>
              <a:rect r="r" b="b" t="t" l="l"/>
              <a:pathLst>
                <a:path h="1134110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46674" y="6477621"/>
            <a:ext cx="692253" cy="692253"/>
            <a:chOff x="0" y="0"/>
            <a:chExt cx="863203" cy="8632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265471" y="6539525"/>
            <a:ext cx="454660" cy="743959"/>
            <a:chOff x="0" y="0"/>
            <a:chExt cx="566937" cy="9276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6937" cy="927678"/>
            </a:xfrm>
            <a:custGeom>
              <a:avLst/>
              <a:gdLst/>
              <a:ahLst/>
              <a:cxnLst/>
              <a:rect r="r" b="b" t="t" l="l"/>
              <a:pathLst>
                <a:path h="92767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927678"/>
                  </a:lnTo>
                  <a:lnTo>
                    <a:pt x="0" y="9276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47625"/>
              <a:ext cx="566937" cy="88005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712"/>
                </a:lnSpc>
              </a:pPr>
              <a:r>
                <a:rPr lang="en-US" sz="3712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0659" y="8036383"/>
            <a:ext cx="3524443" cy="655491"/>
            <a:chOff x="0" y="0"/>
            <a:chExt cx="4394795" cy="8173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94795" cy="817363"/>
            </a:xfrm>
            <a:custGeom>
              <a:avLst/>
              <a:gdLst/>
              <a:ahLst/>
              <a:cxnLst/>
              <a:rect r="r" b="b" t="t" l="l"/>
              <a:pathLst>
                <a:path h="817363" w="4394795">
                  <a:moveTo>
                    <a:pt x="0" y="0"/>
                  </a:moveTo>
                  <a:lnTo>
                    <a:pt x="4394795" y="0"/>
                  </a:lnTo>
                  <a:lnTo>
                    <a:pt x="4394795" y="817363"/>
                  </a:lnTo>
                  <a:lnTo>
                    <a:pt x="0" y="817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394795" cy="8459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937"/>
                </a:lnSpc>
              </a:pPr>
              <a:r>
                <a:rPr lang="en-US" sz="31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API Gateway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0659" y="8691875"/>
            <a:ext cx="3524443" cy="1033471"/>
            <a:chOff x="0" y="0"/>
            <a:chExt cx="4394795" cy="12886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94795" cy="1288684"/>
            </a:xfrm>
            <a:custGeom>
              <a:avLst/>
              <a:gdLst/>
              <a:ahLst/>
              <a:cxnLst/>
              <a:rect r="r" b="b" t="t" l="l"/>
              <a:pathLst>
                <a:path h="1288684" w="4394795">
                  <a:moveTo>
                    <a:pt x="0" y="0"/>
                  </a:moveTo>
                  <a:lnTo>
                    <a:pt x="4394795" y="0"/>
                  </a:lnTo>
                  <a:lnTo>
                    <a:pt x="4394795" y="1288684"/>
                  </a:lnTo>
                  <a:lnTo>
                    <a:pt x="0" y="12886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23825"/>
              <a:ext cx="4394795" cy="141250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13"/>
                </a:lnSpc>
              </a:pPr>
              <a:r>
                <a:rPr lang="en-US" sz="25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API Gateway định tuyến đến các microservice.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06510" y="6823747"/>
            <a:ext cx="40739" cy="909477"/>
            <a:chOff x="0" y="0"/>
            <a:chExt cx="50800" cy="11340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800" cy="1134110"/>
            </a:xfrm>
            <a:custGeom>
              <a:avLst/>
              <a:gdLst/>
              <a:ahLst/>
              <a:cxnLst/>
              <a:rect r="r" b="b" t="t" l="l"/>
              <a:pathLst>
                <a:path h="1134110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580753" y="6477621"/>
            <a:ext cx="692253" cy="692253"/>
            <a:chOff x="0" y="0"/>
            <a:chExt cx="863203" cy="8632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699550" y="6539525"/>
            <a:ext cx="454660" cy="743959"/>
            <a:chOff x="0" y="0"/>
            <a:chExt cx="566937" cy="9276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66937" cy="927678"/>
            </a:xfrm>
            <a:custGeom>
              <a:avLst/>
              <a:gdLst/>
              <a:ahLst/>
              <a:cxnLst/>
              <a:rect r="r" b="b" t="t" l="l"/>
              <a:pathLst>
                <a:path h="92767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927678"/>
                  </a:lnTo>
                  <a:lnTo>
                    <a:pt x="0" y="9276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47625"/>
              <a:ext cx="566937" cy="88005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712"/>
                </a:lnSpc>
              </a:pPr>
              <a:r>
                <a:rPr lang="en-US" sz="3712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64579" y="8036383"/>
            <a:ext cx="3524602" cy="655491"/>
            <a:chOff x="0" y="0"/>
            <a:chExt cx="4394993" cy="8173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94993" cy="817363"/>
            </a:xfrm>
            <a:custGeom>
              <a:avLst/>
              <a:gdLst/>
              <a:ahLst/>
              <a:cxnLst/>
              <a:rect r="r" b="b" t="t" l="l"/>
              <a:pathLst>
                <a:path h="817363" w="4394993">
                  <a:moveTo>
                    <a:pt x="0" y="0"/>
                  </a:moveTo>
                  <a:lnTo>
                    <a:pt x="4394993" y="0"/>
                  </a:lnTo>
                  <a:lnTo>
                    <a:pt x="4394993" y="817363"/>
                  </a:lnTo>
                  <a:lnTo>
                    <a:pt x="0" y="817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394993" cy="8459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937"/>
                </a:lnSpc>
              </a:pPr>
              <a:r>
                <a:rPr lang="en-US" sz="31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Frontend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164579" y="8691875"/>
            <a:ext cx="3524602" cy="1033471"/>
            <a:chOff x="0" y="0"/>
            <a:chExt cx="4394993" cy="12886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94993" cy="1288684"/>
            </a:xfrm>
            <a:custGeom>
              <a:avLst/>
              <a:gdLst/>
              <a:ahLst/>
              <a:cxnLst/>
              <a:rect r="r" b="b" t="t" l="l"/>
              <a:pathLst>
                <a:path h="1288684" w="4394993">
                  <a:moveTo>
                    <a:pt x="0" y="0"/>
                  </a:moveTo>
                  <a:lnTo>
                    <a:pt x="4394993" y="0"/>
                  </a:lnTo>
                  <a:lnTo>
                    <a:pt x="4394993" y="1288684"/>
                  </a:lnTo>
                  <a:lnTo>
                    <a:pt x="0" y="12886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23825"/>
              <a:ext cx="4394993" cy="141250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13"/>
                </a:lnSpc>
              </a:pPr>
              <a:r>
                <a:rPr lang="en-US" sz="25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Frontend tương tác thông qua Gateway.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340590" y="6823747"/>
            <a:ext cx="40739" cy="909477"/>
            <a:chOff x="0" y="0"/>
            <a:chExt cx="50800" cy="113407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800" cy="1134110"/>
            </a:xfrm>
            <a:custGeom>
              <a:avLst/>
              <a:gdLst/>
              <a:ahLst/>
              <a:cxnLst/>
              <a:rect r="r" b="b" t="t" l="l"/>
              <a:pathLst>
                <a:path h="1134110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014833" y="6477621"/>
            <a:ext cx="692253" cy="692253"/>
            <a:chOff x="0" y="0"/>
            <a:chExt cx="863203" cy="86320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133630" y="6539525"/>
            <a:ext cx="454660" cy="743959"/>
            <a:chOff x="0" y="0"/>
            <a:chExt cx="566937" cy="927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6937" cy="927678"/>
            </a:xfrm>
            <a:custGeom>
              <a:avLst/>
              <a:gdLst/>
              <a:ahLst/>
              <a:cxnLst/>
              <a:rect r="r" b="b" t="t" l="l"/>
              <a:pathLst>
                <a:path h="92767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927678"/>
                  </a:lnTo>
                  <a:lnTo>
                    <a:pt x="0" y="9276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47625"/>
              <a:ext cx="566937" cy="88005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712"/>
                </a:lnSpc>
              </a:pPr>
              <a:r>
                <a:rPr lang="en-US" sz="3712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98659" y="8036383"/>
            <a:ext cx="3524602" cy="655491"/>
            <a:chOff x="0" y="0"/>
            <a:chExt cx="4394993" cy="81736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94993" cy="817363"/>
            </a:xfrm>
            <a:custGeom>
              <a:avLst/>
              <a:gdLst/>
              <a:ahLst/>
              <a:cxnLst/>
              <a:rect r="r" b="b" t="t" l="l"/>
              <a:pathLst>
                <a:path h="817363" w="4394993">
                  <a:moveTo>
                    <a:pt x="0" y="0"/>
                  </a:moveTo>
                  <a:lnTo>
                    <a:pt x="4394993" y="0"/>
                  </a:lnTo>
                  <a:lnTo>
                    <a:pt x="4394993" y="817363"/>
                  </a:lnTo>
                  <a:lnTo>
                    <a:pt x="0" y="817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4394993" cy="8459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937"/>
                </a:lnSpc>
              </a:pPr>
              <a:r>
                <a:rPr lang="en-US" sz="31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Database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598659" y="8691875"/>
            <a:ext cx="3524602" cy="1033471"/>
            <a:chOff x="0" y="0"/>
            <a:chExt cx="4394993" cy="12886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394993" cy="1288684"/>
            </a:xfrm>
            <a:custGeom>
              <a:avLst/>
              <a:gdLst/>
              <a:ahLst/>
              <a:cxnLst/>
              <a:rect r="r" b="b" t="t" l="l"/>
              <a:pathLst>
                <a:path h="1288684" w="4394993">
                  <a:moveTo>
                    <a:pt x="0" y="0"/>
                  </a:moveTo>
                  <a:lnTo>
                    <a:pt x="4394993" y="0"/>
                  </a:lnTo>
                  <a:lnTo>
                    <a:pt x="4394993" y="1288684"/>
                  </a:lnTo>
                  <a:lnTo>
                    <a:pt x="0" y="12886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23825"/>
              <a:ext cx="4394993" cy="141250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13"/>
                </a:lnSpc>
              </a:pPr>
              <a:r>
                <a:rPr lang="en-US" sz="25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Dữ liệu được lưu trong MongoDB.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5774669" y="6823747"/>
            <a:ext cx="40739" cy="909477"/>
            <a:chOff x="0" y="0"/>
            <a:chExt cx="50800" cy="11340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0800" cy="1134110"/>
            </a:xfrm>
            <a:custGeom>
              <a:avLst/>
              <a:gdLst/>
              <a:ahLst/>
              <a:cxnLst/>
              <a:rect r="r" b="b" t="t" l="l"/>
              <a:pathLst>
                <a:path h="1134110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5448912" y="6477621"/>
            <a:ext cx="692253" cy="692253"/>
            <a:chOff x="0" y="0"/>
            <a:chExt cx="863203" cy="86320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5567709" y="6539525"/>
            <a:ext cx="454660" cy="743959"/>
            <a:chOff x="0" y="0"/>
            <a:chExt cx="566937" cy="92767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66937" cy="927678"/>
            </a:xfrm>
            <a:custGeom>
              <a:avLst/>
              <a:gdLst/>
              <a:ahLst/>
              <a:cxnLst/>
              <a:rect r="r" b="b" t="t" l="l"/>
              <a:pathLst>
                <a:path h="92767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927678"/>
                  </a:lnTo>
                  <a:lnTo>
                    <a:pt x="0" y="9276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47625"/>
              <a:ext cx="566937" cy="88005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712"/>
                </a:lnSpc>
              </a:pPr>
              <a:r>
                <a:rPr lang="en-US" sz="3712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032738" y="8036383"/>
            <a:ext cx="3524602" cy="655491"/>
            <a:chOff x="0" y="0"/>
            <a:chExt cx="4394993" cy="81736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94993" cy="817363"/>
            </a:xfrm>
            <a:custGeom>
              <a:avLst/>
              <a:gdLst/>
              <a:ahLst/>
              <a:cxnLst/>
              <a:rect r="r" b="b" t="t" l="l"/>
              <a:pathLst>
                <a:path h="817363" w="4394993">
                  <a:moveTo>
                    <a:pt x="0" y="0"/>
                  </a:moveTo>
                  <a:lnTo>
                    <a:pt x="4394993" y="0"/>
                  </a:lnTo>
                  <a:lnTo>
                    <a:pt x="4394993" y="817363"/>
                  </a:lnTo>
                  <a:lnTo>
                    <a:pt x="0" y="817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4394993" cy="8459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937"/>
                </a:lnSpc>
              </a:pPr>
              <a:r>
                <a:rPr lang="en-US" sz="31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Triển khai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032738" y="8691875"/>
            <a:ext cx="3524602" cy="1566871"/>
            <a:chOff x="0" y="0"/>
            <a:chExt cx="4394993" cy="195380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394993" cy="1953806"/>
            </a:xfrm>
            <a:custGeom>
              <a:avLst/>
              <a:gdLst/>
              <a:ahLst/>
              <a:cxnLst/>
              <a:rect r="r" b="b" t="t" l="l"/>
              <a:pathLst>
                <a:path h="1953806" w="4394993">
                  <a:moveTo>
                    <a:pt x="0" y="0"/>
                  </a:moveTo>
                  <a:lnTo>
                    <a:pt x="4394993" y="0"/>
                  </a:lnTo>
                  <a:lnTo>
                    <a:pt x="4394993" y="1953806"/>
                  </a:lnTo>
                  <a:lnTo>
                    <a:pt x="0" y="19538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23825"/>
              <a:ext cx="4394993" cy="207763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13"/>
                </a:lnSpc>
              </a:pPr>
              <a:r>
                <a:rPr lang="en-US" sz="25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Triển khai hạ tầng tự động bằng Jenkins → Docker → Kubernetes.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611" y="1734106"/>
            <a:ext cx="7815712" cy="1231706"/>
            <a:chOff x="0" y="0"/>
            <a:chExt cx="9450983" cy="14894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0984" cy="1489414"/>
            </a:xfrm>
            <a:custGeom>
              <a:avLst/>
              <a:gdLst/>
              <a:ahLst/>
              <a:cxnLst/>
              <a:rect r="r" b="b" t="t" l="l"/>
              <a:pathLst>
                <a:path h="1489414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489414"/>
                  </a:lnTo>
                  <a:lnTo>
                    <a:pt x="0" y="1489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450983" cy="152751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311"/>
                </a:lnSpc>
              </a:pPr>
              <a:r>
                <a:rPr lang="en-US" sz="58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Quy trình CI/CD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0360" y="4737839"/>
            <a:ext cx="4152943" cy="323118"/>
            <a:chOff x="0" y="0"/>
            <a:chExt cx="5021858" cy="3907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5009134" cy="378079"/>
            </a:xfrm>
            <a:custGeom>
              <a:avLst/>
              <a:gdLst/>
              <a:ahLst/>
              <a:cxnLst/>
              <a:rect r="r" b="b" t="t" l="l"/>
              <a:pathLst>
                <a:path h="378079" w="5009134">
                  <a:moveTo>
                    <a:pt x="0" y="158750"/>
                  </a:moveTo>
                  <a:cubicBezTo>
                    <a:pt x="0" y="71120"/>
                    <a:pt x="73279" y="0"/>
                    <a:pt x="163703" y="0"/>
                  </a:cubicBezTo>
                  <a:lnTo>
                    <a:pt x="4845431" y="0"/>
                  </a:lnTo>
                  <a:cubicBezTo>
                    <a:pt x="4935855" y="0"/>
                    <a:pt x="5009134" y="71120"/>
                    <a:pt x="5009134" y="158750"/>
                  </a:cubicBezTo>
                  <a:lnTo>
                    <a:pt x="5009134" y="219202"/>
                  </a:lnTo>
                  <a:cubicBezTo>
                    <a:pt x="5009134" y="306832"/>
                    <a:pt x="4935855" y="377952"/>
                    <a:pt x="4845431" y="377952"/>
                  </a:cubicBezTo>
                  <a:lnTo>
                    <a:pt x="163703" y="377952"/>
                  </a:lnTo>
                  <a:cubicBezTo>
                    <a:pt x="73279" y="378079"/>
                    <a:pt x="0" y="306959"/>
                    <a:pt x="0" y="219202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21834" cy="390779"/>
            </a:xfrm>
            <a:custGeom>
              <a:avLst/>
              <a:gdLst/>
              <a:ahLst/>
              <a:cxnLst/>
              <a:rect r="r" b="b" t="t" l="l"/>
              <a:pathLst>
                <a:path h="390779" w="5021834">
                  <a:moveTo>
                    <a:pt x="0" y="165100"/>
                  </a:moveTo>
                  <a:cubicBezTo>
                    <a:pt x="0" y="73787"/>
                    <a:pt x="76327" y="0"/>
                    <a:pt x="170053" y="0"/>
                  </a:cubicBezTo>
                  <a:lnTo>
                    <a:pt x="4851781" y="0"/>
                  </a:lnTo>
                  <a:lnTo>
                    <a:pt x="4851781" y="6350"/>
                  </a:lnTo>
                  <a:lnTo>
                    <a:pt x="4851781" y="0"/>
                  </a:lnTo>
                  <a:cubicBezTo>
                    <a:pt x="4945507" y="0"/>
                    <a:pt x="5021834" y="73787"/>
                    <a:pt x="5021834" y="165100"/>
                  </a:cubicBezTo>
                  <a:lnTo>
                    <a:pt x="5015484" y="165100"/>
                  </a:lnTo>
                  <a:lnTo>
                    <a:pt x="5021834" y="165100"/>
                  </a:lnTo>
                  <a:lnTo>
                    <a:pt x="5021834" y="225552"/>
                  </a:lnTo>
                  <a:lnTo>
                    <a:pt x="5015484" y="225552"/>
                  </a:lnTo>
                  <a:lnTo>
                    <a:pt x="5021834" y="225552"/>
                  </a:lnTo>
                  <a:cubicBezTo>
                    <a:pt x="5021834" y="316992"/>
                    <a:pt x="4945507" y="390652"/>
                    <a:pt x="4851781" y="390652"/>
                  </a:cubicBezTo>
                  <a:lnTo>
                    <a:pt x="4851781" y="384302"/>
                  </a:lnTo>
                  <a:lnTo>
                    <a:pt x="4851781" y="390652"/>
                  </a:lnTo>
                  <a:lnTo>
                    <a:pt x="170053" y="390652"/>
                  </a:lnTo>
                  <a:lnTo>
                    <a:pt x="170053" y="384302"/>
                  </a:lnTo>
                  <a:lnTo>
                    <a:pt x="170053" y="390652"/>
                  </a:lnTo>
                  <a:cubicBezTo>
                    <a:pt x="76327" y="390779"/>
                    <a:pt x="0" y="316992"/>
                    <a:pt x="0" y="2255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25552"/>
                  </a:lnTo>
                  <a:lnTo>
                    <a:pt x="6350" y="225552"/>
                  </a:lnTo>
                  <a:lnTo>
                    <a:pt x="12700" y="225552"/>
                  </a:lnTo>
                  <a:cubicBezTo>
                    <a:pt x="12700" y="309499"/>
                    <a:pt x="82931" y="377952"/>
                    <a:pt x="170053" y="377952"/>
                  </a:cubicBezTo>
                  <a:lnTo>
                    <a:pt x="4851781" y="377952"/>
                  </a:lnTo>
                  <a:cubicBezTo>
                    <a:pt x="4938903" y="377952"/>
                    <a:pt x="5009134" y="309499"/>
                    <a:pt x="5009134" y="225552"/>
                  </a:cubicBezTo>
                  <a:lnTo>
                    <a:pt x="5009134" y="165100"/>
                  </a:lnTo>
                  <a:cubicBezTo>
                    <a:pt x="5009134" y="81153"/>
                    <a:pt x="4938903" y="12700"/>
                    <a:pt x="4851781" y="12700"/>
                  </a:cubicBezTo>
                  <a:lnTo>
                    <a:pt x="170053" y="12700"/>
                  </a:lnTo>
                  <a:lnTo>
                    <a:pt x="170053" y="6350"/>
                  </a:lnTo>
                  <a:lnTo>
                    <a:pt x="170053" y="12700"/>
                  </a:lnTo>
                  <a:cubicBezTo>
                    <a:pt x="82931" y="12700"/>
                    <a:pt x="12700" y="81153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5611" y="5524545"/>
            <a:ext cx="3907773" cy="675939"/>
            <a:chOff x="0" y="0"/>
            <a:chExt cx="4725392" cy="8173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25392" cy="817365"/>
            </a:xfrm>
            <a:custGeom>
              <a:avLst/>
              <a:gdLst/>
              <a:ahLst/>
              <a:cxnLst/>
              <a:rect r="r" b="b" t="t" l="l"/>
              <a:pathLst>
                <a:path h="817365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17365"/>
                  </a:lnTo>
                  <a:lnTo>
                    <a:pt x="0" y="8173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725392" cy="84594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Lấy code từ GitHub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611" y="6200484"/>
            <a:ext cx="4142441" cy="1511009"/>
            <a:chOff x="0" y="0"/>
            <a:chExt cx="5009158" cy="18271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09158" cy="1827156"/>
            </a:xfrm>
            <a:custGeom>
              <a:avLst/>
              <a:gdLst/>
              <a:ahLst/>
              <a:cxnLst/>
              <a:rect r="r" b="b" t="t" l="l"/>
              <a:pathLst>
                <a:path h="1827156" w="5009158">
                  <a:moveTo>
                    <a:pt x="0" y="0"/>
                  </a:moveTo>
                  <a:lnTo>
                    <a:pt x="5009158" y="0"/>
                  </a:lnTo>
                  <a:lnTo>
                    <a:pt x="5009158" y="1827156"/>
                  </a:lnTo>
                  <a:lnTo>
                    <a:pt x="0" y="18271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5009158" cy="193193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Jenkins Pipeline bắt đầu bằng việc lấy mã nguồn từ kho lưu trữ GitHub.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61641" y="4268833"/>
            <a:ext cx="4153107" cy="323118"/>
            <a:chOff x="0" y="0"/>
            <a:chExt cx="5022057" cy="3907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5009388" cy="378079"/>
            </a:xfrm>
            <a:custGeom>
              <a:avLst/>
              <a:gdLst/>
              <a:ahLst/>
              <a:cxnLst/>
              <a:rect r="r" b="b" t="t" l="l"/>
              <a:pathLst>
                <a:path h="378079" w="5009388">
                  <a:moveTo>
                    <a:pt x="0" y="158750"/>
                  </a:moveTo>
                  <a:cubicBezTo>
                    <a:pt x="0" y="71120"/>
                    <a:pt x="73279" y="0"/>
                    <a:pt x="163703" y="0"/>
                  </a:cubicBezTo>
                  <a:lnTo>
                    <a:pt x="4845685" y="0"/>
                  </a:lnTo>
                  <a:cubicBezTo>
                    <a:pt x="4936109" y="0"/>
                    <a:pt x="5009388" y="71120"/>
                    <a:pt x="5009388" y="158750"/>
                  </a:cubicBezTo>
                  <a:lnTo>
                    <a:pt x="5009388" y="219202"/>
                  </a:lnTo>
                  <a:cubicBezTo>
                    <a:pt x="5009388" y="306832"/>
                    <a:pt x="4936109" y="377952"/>
                    <a:pt x="4845685" y="377952"/>
                  </a:cubicBezTo>
                  <a:lnTo>
                    <a:pt x="163703" y="377952"/>
                  </a:lnTo>
                  <a:cubicBezTo>
                    <a:pt x="73279" y="378079"/>
                    <a:pt x="0" y="306959"/>
                    <a:pt x="0" y="219202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22088" cy="390779"/>
            </a:xfrm>
            <a:custGeom>
              <a:avLst/>
              <a:gdLst/>
              <a:ahLst/>
              <a:cxnLst/>
              <a:rect r="r" b="b" t="t" l="l"/>
              <a:pathLst>
                <a:path h="390779" w="5022088">
                  <a:moveTo>
                    <a:pt x="0" y="165100"/>
                  </a:moveTo>
                  <a:cubicBezTo>
                    <a:pt x="0" y="73787"/>
                    <a:pt x="76327" y="0"/>
                    <a:pt x="170053" y="0"/>
                  </a:cubicBezTo>
                  <a:lnTo>
                    <a:pt x="4852035" y="0"/>
                  </a:lnTo>
                  <a:lnTo>
                    <a:pt x="4852035" y="6350"/>
                  </a:lnTo>
                  <a:lnTo>
                    <a:pt x="4852035" y="0"/>
                  </a:lnTo>
                  <a:cubicBezTo>
                    <a:pt x="4945761" y="0"/>
                    <a:pt x="5022088" y="73787"/>
                    <a:pt x="5022088" y="165100"/>
                  </a:cubicBezTo>
                  <a:lnTo>
                    <a:pt x="5015738" y="165100"/>
                  </a:lnTo>
                  <a:lnTo>
                    <a:pt x="5022088" y="165100"/>
                  </a:lnTo>
                  <a:lnTo>
                    <a:pt x="5022088" y="225552"/>
                  </a:lnTo>
                  <a:lnTo>
                    <a:pt x="5015738" y="225552"/>
                  </a:lnTo>
                  <a:lnTo>
                    <a:pt x="5022088" y="225552"/>
                  </a:lnTo>
                  <a:cubicBezTo>
                    <a:pt x="5022088" y="316992"/>
                    <a:pt x="4945761" y="390652"/>
                    <a:pt x="4852035" y="390652"/>
                  </a:cubicBezTo>
                  <a:lnTo>
                    <a:pt x="4852035" y="384302"/>
                  </a:lnTo>
                  <a:lnTo>
                    <a:pt x="4852035" y="390652"/>
                  </a:lnTo>
                  <a:lnTo>
                    <a:pt x="170053" y="390652"/>
                  </a:lnTo>
                  <a:lnTo>
                    <a:pt x="170053" y="384302"/>
                  </a:lnTo>
                  <a:lnTo>
                    <a:pt x="170053" y="390652"/>
                  </a:lnTo>
                  <a:cubicBezTo>
                    <a:pt x="76327" y="390779"/>
                    <a:pt x="0" y="316992"/>
                    <a:pt x="0" y="2255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25552"/>
                  </a:lnTo>
                  <a:lnTo>
                    <a:pt x="6350" y="225552"/>
                  </a:lnTo>
                  <a:lnTo>
                    <a:pt x="12700" y="225552"/>
                  </a:lnTo>
                  <a:cubicBezTo>
                    <a:pt x="12700" y="309499"/>
                    <a:pt x="82931" y="377952"/>
                    <a:pt x="170053" y="377952"/>
                  </a:cubicBezTo>
                  <a:lnTo>
                    <a:pt x="4852035" y="377952"/>
                  </a:lnTo>
                  <a:cubicBezTo>
                    <a:pt x="4939157" y="377952"/>
                    <a:pt x="5009388" y="309499"/>
                    <a:pt x="5009388" y="225552"/>
                  </a:cubicBezTo>
                  <a:lnTo>
                    <a:pt x="5009388" y="165100"/>
                  </a:lnTo>
                  <a:cubicBezTo>
                    <a:pt x="5009388" y="81153"/>
                    <a:pt x="4939157" y="12700"/>
                    <a:pt x="4852035" y="12700"/>
                  </a:cubicBezTo>
                  <a:lnTo>
                    <a:pt x="170053" y="12700"/>
                  </a:lnTo>
                  <a:lnTo>
                    <a:pt x="170053" y="6350"/>
                  </a:lnTo>
                  <a:lnTo>
                    <a:pt x="170053" y="12700"/>
                  </a:lnTo>
                  <a:cubicBezTo>
                    <a:pt x="82931" y="12700"/>
                    <a:pt x="12700" y="81153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766892" y="5055541"/>
            <a:ext cx="3907773" cy="675938"/>
            <a:chOff x="0" y="0"/>
            <a:chExt cx="4725392" cy="8173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25392" cy="817363"/>
            </a:xfrm>
            <a:custGeom>
              <a:avLst/>
              <a:gdLst/>
              <a:ahLst/>
              <a:cxnLst/>
              <a:rect r="r" b="b" t="t" l="l"/>
              <a:pathLst>
                <a:path h="817363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17363"/>
                  </a:lnTo>
                  <a:lnTo>
                    <a:pt x="0" y="817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725392" cy="8459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Build Docker image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766892" y="5731479"/>
            <a:ext cx="4142605" cy="1000369"/>
            <a:chOff x="0" y="0"/>
            <a:chExt cx="5009357" cy="12096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09357" cy="1209675"/>
            </a:xfrm>
            <a:custGeom>
              <a:avLst/>
              <a:gdLst/>
              <a:ahLst/>
              <a:cxnLst/>
              <a:rect r="r" b="b" t="t" l="l"/>
              <a:pathLst>
                <a:path h="1209675" w="5009357">
                  <a:moveTo>
                    <a:pt x="0" y="0"/>
                  </a:moveTo>
                  <a:lnTo>
                    <a:pt x="5009357" y="0"/>
                  </a:lnTo>
                  <a:lnTo>
                    <a:pt x="500935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04775"/>
              <a:ext cx="5009357" cy="13144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Tạo Docker image cho từng microservice và frontend.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73086" y="3799827"/>
            <a:ext cx="4153107" cy="323118"/>
            <a:chOff x="0" y="0"/>
            <a:chExt cx="5022057" cy="3907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5009388" cy="378079"/>
            </a:xfrm>
            <a:custGeom>
              <a:avLst/>
              <a:gdLst/>
              <a:ahLst/>
              <a:cxnLst/>
              <a:rect r="r" b="b" t="t" l="l"/>
              <a:pathLst>
                <a:path h="378079" w="5009388">
                  <a:moveTo>
                    <a:pt x="0" y="158750"/>
                  </a:moveTo>
                  <a:cubicBezTo>
                    <a:pt x="0" y="71120"/>
                    <a:pt x="73279" y="0"/>
                    <a:pt x="163703" y="0"/>
                  </a:cubicBezTo>
                  <a:lnTo>
                    <a:pt x="4845685" y="0"/>
                  </a:lnTo>
                  <a:cubicBezTo>
                    <a:pt x="4936109" y="0"/>
                    <a:pt x="5009388" y="71120"/>
                    <a:pt x="5009388" y="158750"/>
                  </a:cubicBezTo>
                  <a:lnTo>
                    <a:pt x="5009388" y="219202"/>
                  </a:lnTo>
                  <a:cubicBezTo>
                    <a:pt x="5009388" y="306832"/>
                    <a:pt x="4936109" y="377952"/>
                    <a:pt x="4845685" y="377952"/>
                  </a:cubicBezTo>
                  <a:lnTo>
                    <a:pt x="163703" y="377952"/>
                  </a:lnTo>
                  <a:cubicBezTo>
                    <a:pt x="73279" y="378079"/>
                    <a:pt x="0" y="306959"/>
                    <a:pt x="0" y="219202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22088" cy="390779"/>
            </a:xfrm>
            <a:custGeom>
              <a:avLst/>
              <a:gdLst/>
              <a:ahLst/>
              <a:cxnLst/>
              <a:rect r="r" b="b" t="t" l="l"/>
              <a:pathLst>
                <a:path h="390779" w="5022088">
                  <a:moveTo>
                    <a:pt x="0" y="165100"/>
                  </a:moveTo>
                  <a:cubicBezTo>
                    <a:pt x="0" y="73787"/>
                    <a:pt x="76327" y="0"/>
                    <a:pt x="170053" y="0"/>
                  </a:cubicBezTo>
                  <a:lnTo>
                    <a:pt x="4852035" y="0"/>
                  </a:lnTo>
                  <a:lnTo>
                    <a:pt x="4852035" y="6350"/>
                  </a:lnTo>
                  <a:lnTo>
                    <a:pt x="4852035" y="0"/>
                  </a:lnTo>
                  <a:cubicBezTo>
                    <a:pt x="4945761" y="0"/>
                    <a:pt x="5022088" y="73787"/>
                    <a:pt x="5022088" y="165100"/>
                  </a:cubicBezTo>
                  <a:lnTo>
                    <a:pt x="5015738" y="165100"/>
                  </a:lnTo>
                  <a:lnTo>
                    <a:pt x="5022088" y="165100"/>
                  </a:lnTo>
                  <a:lnTo>
                    <a:pt x="5022088" y="225552"/>
                  </a:lnTo>
                  <a:lnTo>
                    <a:pt x="5015738" y="225552"/>
                  </a:lnTo>
                  <a:lnTo>
                    <a:pt x="5022088" y="225552"/>
                  </a:lnTo>
                  <a:cubicBezTo>
                    <a:pt x="5022088" y="316992"/>
                    <a:pt x="4945761" y="390652"/>
                    <a:pt x="4852035" y="390652"/>
                  </a:cubicBezTo>
                  <a:lnTo>
                    <a:pt x="4852035" y="384302"/>
                  </a:lnTo>
                  <a:lnTo>
                    <a:pt x="4852035" y="390652"/>
                  </a:lnTo>
                  <a:lnTo>
                    <a:pt x="170053" y="390652"/>
                  </a:lnTo>
                  <a:lnTo>
                    <a:pt x="170053" y="384302"/>
                  </a:lnTo>
                  <a:lnTo>
                    <a:pt x="170053" y="390652"/>
                  </a:lnTo>
                  <a:cubicBezTo>
                    <a:pt x="76327" y="390779"/>
                    <a:pt x="0" y="316992"/>
                    <a:pt x="0" y="2255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25552"/>
                  </a:lnTo>
                  <a:lnTo>
                    <a:pt x="6350" y="225552"/>
                  </a:lnTo>
                  <a:lnTo>
                    <a:pt x="12700" y="225552"/>
                  </a:lnTo>
                  <a:cubicBezTo>
                    <a:pt x="12700" y="309499"/>
                    <a:pt x="82931" y="377952"/>
                    <a:pt x="170053" y="377952"/>
                  </a:cubicBezTo>
                  <a:lnTo>
                    <a:pt x="4852035" y="377952"/>
                  </a:lnTo>
                  <a:cubicBezTo>
                    <a:pt x="4939157" y="377952"/>
                    <a:pt x="5009388" y="309499"/>
                    <a:pt x="5009388" y="225552"/>
                  </a:cubicBezTo>
                  <a:lnTo>
                    <a:pt x="5009388" y="165100"/>
                  </a:lnTo>
                  <a:cubicBezTo>
                    <a:pt x="5009388" y="81153"/>
                    <a:pt x="4939157" y="12700"/>
                    <a:pt x="4852035" y="12700"/>
                  </a:cubicBezTo>
                  <a:lnTo>
                    <a:pt x="170053" y="12700"/>
                  </a:lnTo>
                  <a:lnTo>
                    <a:pt x="170053" y="6350"/>
                  </a:lnTo>
                  <a:lnTo>
                    <a:pt x="170053" y="12700"/>
                  </a:lnTo>
                  <a:cubicBezTo>
                    <a:pt x="82931" y="12700"/>
                    <a:pt x="12700" y="81153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78337" y="4586535"/>
            <a:ext cx="3907773" cy="607174"/>
            <a:chOff x="0" y="0"/>
            <a:chExt cx="4725392" cy="7342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25392" cy="734212"/>
            </a:xfrm>
            <a:custGeom>
              <a:avLst/>
              <a:gdLst/>
              <a:ahLst/>
              <a:cxnLst/>
              <a:rect r="r" b="b" t="t" l="l"/>
              <a:pathLst>
                <a:path h="734212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734212"/>
                  </a:lnTo>
                  <a:lnTo>
                    <a:pt x="0" y="7342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725392" cy="7627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Push lên DockerHub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78337" y="5262473"/>
            <a:ext cx="4142605" cy="1000369"/>
            <a:chOff x="0" y="0"/>
            <a:chExt cx="5009357" cy="12096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09357" cy="1209675"/>
            </a:xfrm>
            <a:custGeom>
              <a:avLst/>
              <a:gdLst/>
              <a:ahLst/>
              <a:cxnLst/>
              <a:rect r="r" b="b" t="t" l="l"/>
              <a:pathLst>
                <a:path h="1209675" w="5009357">
                  <a:moveTo>
                    <a:pt x="0" y="0"/>
                  </a:moveTo>
                  <a:lnTo>
                    <a:pt x="5009357" y="0"/>
                  </a:lnTo>
                  <a:lnTo>
                    <a:pt x="500935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04775"/>
              <a:ext cx="5009357" cy="13144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Đẩy các image đã tạo lên DockerHub để lưu trữ.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984533" y="3330987"/>
            <a:ext cx="4153107" cy="323118"/>
            <a:chOff x="0" y="0"/>
            <a:chExt cx="5022057" cy="39072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6350" y="6350"/>
              <a:ext cx="5009388" cy="378079"/>
            </a:xfrm>
            <a:custGeom>
              <a:avLst/>
              <a:gdLst/>
              <a:ahLst/>
              <a:cxnLst/>
              <a:rect r="r" b="b" t="t" l="l"/>
              <a:pathLst>
                <a:path h="378079" w="5009388">
                  <a:moveTo>
                    <a:pt x="0" y="158750"/>
                  </a:moveTo>
                  <a:cubicBezTo>
                    <a:pt x="0" y="71120"/>
                    <a:pt x="73279" y="0"/>
                    <a:pt x="163703" y="0"/>
                  </a:cubicBezTo>
                  <a:lnTo>
                    <a:pt x="4845685" y="0"/>
                  </a:lnTo>
                  <a:cubicBezTo>
                    <a:pt x="4936109" y="0"/>
                    <a:pt x="5009388" y="71120"/>
                    <a:pt x="5009388" y="158750"/>
                  </a:cubicBezTo>
                  <a:lnTo>
                    <a:pt x="5009388" y="219202"/>
                  </a:lnTo>
                  <a:cubicBezTo>
                    <a:pt x="5009388" y="306832"/>
                    <a:pt x="4936109" y="377952"/>
                    <a:pt x="4845685" y="377952"/>
                  </a:cubicBezTo>
                  <a:lnTo>
                    <a:pt x="163703" y="377952"/>
                  </a:lnTo>
                  <a:cubicBezTo>
                    <a:pt x="73279" y="378079"/>
                    <a:pt x="0" y="306959"/>
                    <a:pt x="0" y="219202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022088" cy="390779"/>
            </a:xfrm>
            <a:custGeom>
              <a:avLst/>
              <a:gdLst/>
              <a:ahLst/>
              <a:cxnLst/>
              <a:rect r="r" b="b" t="t" l="l"/>
              <a:pathLst>
                <a:path h="390779" w="5022088">
                  <a:moveTo>
                    <a:pt x="0" y="165100"/>
                  </a:moveTo>
                  <a:cubicBezTo>
                    <a:pt x="0" y="73787"/>
                    <a:pt x="76327" y="0"/>
                    <a:pt x="170053" y="0"/>
                  </a:cubicBezTo>
                  <a:lnTo>
                    <a:pt x="4852035" y="0"/>
                  </a:lnTo>
                  <a:lnTo>
                    <a:pt x="4852035" y="6350"/>
                  </a:lnTo>
                  <a:lnTo>
                    <a:pt x="4852035" y="0"/>
                  </a:lnTo>
                  <a:cubicBezTo>
                    <a:pt x="4945761" y="0"/>
                    <a:pt x="5022088" y="73787"/>
                    <a:pt x="5022088" y="165100"/>
                  </a:cubicBezTo>
                  <a:lnTo>
                    <a:pt x="5015738" y="165100"/>
                  </a:lnTo>
                  <a:lnTo>
                    <a:pt x="5022088" y="165100"/>
                  </a:lnTo>
                  <a:lnTo>
                    <a:pt x="5022088" y="225552"/>
                  </a:lnTo>
                  <a:lnTo>
                    <a:pt x="5015738" y="225552"/>
                  </a:lnTo>
                  <a:lnTo>
                    <a:pt x="5022088" y="225552"/>
                  </a:lnTo>
                  <a:cubicBezTo>
                    <a:pt x="5022088" y="316992"/>
                    <a:pt x="4945761" y="390652"/>
                    <a:pt x="4852035" y="390652"/>
                  </a:cubicBezTo>
                  <a:lnTo>
                    <a:pt x="4852035" y="384302"/>
                  </a:lnTo>
                  <a:lnTo>
                    <a:pt x="4852035" y="390652"/>
                  </a:lnTo>
                  <a:lnTo>
                    <a:pt x="170053" y="390652"/>
                  </a:lnTo>
                  <a:lnTo>
                    <a:pt x="170053" y="384302"/>
                  </a:lnTo>
                  <a:lnTo>
                    <a:pt x="170053" y="390652"/>
                  </a:lnTo>
                  <a:cubicBezTo>
                    <a:pt x="76327" y="390779"/>
                    <a:pt x="0" y="316992"/>
                    <a:pt x="0" y="2255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25552"/>
                  </a:lnTo>
                  <a:lnTo>
                    <a:pt x="6350" y="225552"/>
                  </a:lnTo>
                  <a:lnTo>
                    <a:pt x="12700" y="225552"/>
                  </a:lnTo>
                  <a:cubicBezTo>
                    <a:pt x="12700" y="309499"/>
                    <a:pt x="82931" y="377952"/>
                    <a:pt x="170053" y="377952"/>
                  </a:cubicBezTo>
                  <a:lnTo>
                    <a:pt x="4852035" y="377952"/>
                  </a:lnTo>
                  <a:cubicBezTo>
                    <a:pt x="4939157" y="377952"/>
                    <a:pt x="5009388" y="309499"/>
                    <a:pt x="5009388" y="225552"/>
                  </a:cubicBezTo>
                  <a:lnTo>
                    <a:pt x="5009388" y="165100"/>
                  </a:lnTo>
                  <a:cubicBezTo>
                    <a:pt x="5009388" y="81153"/>
                    <a:pt x="4939157" y="12700"/>
                    <a:pt x="4852035" y="12700"/>
                  </a:cubicBezTo>
                  <a:lnTo>
                    <a:pt x="170053" y="12700"/>
                  </a:lnTo>
                  <a:lnTo>
                    <a:pt x="170053" y="6350"/>
                  </a:lnTo>
                  <a:lnTo>
                    <a:pt x="170053" y="12700"/>
                  </a:lnTo>
                  <a:cubicBezTo>
                    <a:pt x="82931" y="12700"/>
                    <a:pt x="12700" y="81153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989784" y="4117694"/>
            <a:ext cx="4127999" cy="675939"/>
            <a:chOff x="0" y="0"/>
            <a:chExt cx="4991695" cy="81736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91695" cy="817365"/>
            </a:xfrm>
            <a:custGeom>
              <a:avLst/>
              <a:gdLst/>
              <a:ahLst/>
              <a:cxnLst/>
              <a:rect r="r" b="b" t="t" l="l"/>
              <a:pathLst>
                <a:path h="817365" w="4991695">
                  <a:moveTo>
                    <a:pt x="0" y="0"/>
                  </a:moveTo>
                  <a:lnTo>
                    <a:pt x="4991695" y="0"/>
                  </a:lnTo>
                  <a:lnTo>
                    <a:pt x="4991695" y="817365"/>
                  </a:lnTo>
                  <a:lnTo>
                    <a:pt x="0" y="8173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4991695" cy="84594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Deploy lên Kubernetes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989784" y="4793633"/>
            <a:ext cx="4142605" cy="1000369"/>
            <a:chOff x="0" y="0"/>
            <a:chExt cx="5009357" cy="120967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09357" cy="1209675"/>
            </a:xfrm>
            <a:custGeom>
              <a:avLst/>
              <a:gdLst/>
              <a:ahLst/>
              <a:cxnLst/>
              <a:rect r="r" b="b" t="t" l="l"/>
              <a:pathLst>
                <a:path h="1209675" w="5009357">
                  <a:moveTo>
                    <a:pt x="0" y="0"/>
                  </a:moveTo>
                  <a:lnTo>
                    <a:pt x="5009357" y="0"/>
                  </a:lnTo>
                  <a:lnTo>
                    <a:pt x="5009357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04775"/>
              <a:ext cx="5009357" cy="13144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Tự động triển khai lên Kubernetes cluster.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5611" y="8052709"/>
            <a:ext cx="17976778" cy="500185"/>
            <a:chOff x="0" y="0"/>
            <a:chExt cx="21738035" cy="60483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738034" cy="604838"/>
            </a:xfrm>
            <a:custGeom>
              <a:avLst/>
              <a:gdLst/>
              <a:ahLst/>
              <a:cxnLst/>
              <a:rect r="r" b="b" t="t" l="l"/>
              <a:pathLst>
                <a:path h="604838" w="21738034">
                  <a:moveTo>
                    <a:pt x="0" y="0"/>
                  </a:moveTo>
                  <a:lnTo>
                    <a:pt x="21738034" y="0"/>
                  </a:lnTo>
                  <a:lnTo>
                    <a:pt x="21738034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04775"/>
              <a:ext cx="21738035" cy="7096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Mỗi thay đổi trên GitHub sẽ kích hoạt pipeline.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6059" y="2717373"/>
            <a:ext cx="7758619" cy="1222708"/>
            <a:chOff x="0" y="0"/>
            <a:chExt cx="9450983" cy="14894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0984" cy="1489414"/>
            </a:xfrm>
            <a:custGeom>
              <a:avLst/>
              <a:gdLst/>
              <a:ahLst/>
              <a:cxnLst/>
              <a:rect r="r" b="b" t="t" l="l"/>
              <a:pathLst>
                <a:path h="1489414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489414"/>
                  </a:lnTo>
                  <a:lnTo>
                    <a:pt x="0" y="1489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450983" cy="152751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436"/>
                </a:lnSpc>
              </a:pPr>
              <a:r>
                <a:rPr lang="en-US" sz="59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Demo hệ thống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6059" y="4462887"/>
            <a:ext cx="3879227" cy="690875"/>
            <a:chOff x="0" y="0"/>
            <a:chExt cx="4725392" cy="8415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5392" cy="841573"/>
            </a:xfrm>
            <a:custGeom>
              <a:avLst/>
              <a:gdLst/>
              <a:ahLst/>
              <a:cxnLst/>
              <a:rect r="r" b="b" t="t" l="l"/>
              <a:pathLst>
                <a:path h="841573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41573"/>
                  </a:lnTo>
                  <a:lnTo>
                    <a:pt x="0" y="8415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725392" cy="8701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937"/>
                </a:lnSpc>
              </a:pPr>
              <a:r>
                <a:rPr lang="en-US" sz="3149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Các chức năng chính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6059" y="5258021"/>
            <a:ext cx="8544140" cy="500071"/>
            <a:chOff x="0" y="0"/>
            <a:chExt cx="10407848" cy="609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848" cy="609150"/>
            </a:xfrm>
            <a:custGeom>
              <a:avLst/>
              <a:gdLst/>
              <a:ahLst/>
              <a:cxnLst/>
              <a:rect r="r" b="b" t="t" l="l"/>
              <a:pathLst>
                <a:path h="609150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9150"/>
                  </a:lnTo>
                  <a:lnTo>
                    <a:pt x="0" y="609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23825"/>
              <a:ext cx="10407848" cy="7329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90226" indent="-195113" lvl="1">
                <a:lnSpc>
                  <a:spcPts val="4213"/>
                </a:lnSpc>
                <a:buFont typeface="Arial"/>
                <a:buChar char="•"/>
              </a:pPr>
              <a:r>
                <a:rPr lang="en-US" sz="25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Đăng ký, đăng nhập người dùng.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6059" y="5863045"/>
            <a:ext cx="8544140" cy="500071"/>
            <a:chOff x="0" y="0"/>
            <a:chExt cx="10407848" cy="6091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07848" cy="609150"/>
            </a:xfrm>
            <a:custGeom>
              <a:avLst/>
              <a:gdLst/>
              <a:ahLst/>
              <a:cxnLst/>
              <a:rect r="r" b="b" t="t" l="l"/>
              <a:pathLst>
                <a:path h="609150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9150"/>
                  </a:lnTo>
                  <a:lnTo>
                    <a:pt x="0" y="609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10407848" cy="7329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90226" indent="-195113" lvl="1">
                <a:lnSpc>
                  <a:spcPts val="4213"/>
                </a:lnSpc>
                <a:buFont typeface="Arial"/>
                <a:buChar char="•"/>
              </a:pPr>
              <a:r>
                <a:rPr lang="en-US" sz="25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Danh sách sản phẩm.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6059" y="6468070"/>
            <a:ext cx="8544140" cy="500071"/>
            <a:chOff x="0" y="0"/>
            <a:chExt cx="10407848" cy="609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07848" cy="609150"/>
            </a:xfrm>
            <a:custGeom>
              <a:avLst/>
              <a:gdLst/>
              <a:ahLst/>
              <a:cxnLst/>
              <a:rect r="r" b="b" t="t" l="l"/>
              <a:pathLst>
                <a:path h="609150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9150"/>
                  </a:lnTo>
                  <a:lnTo>
                    <a:pt x="0" y="609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10407848" cy="7329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90226" indent="-195113" lvl="1">
                <a:lnSpc>
                  <a:spcPts val="4213"/>
                </a:lnSpc>
                <a:buFont typeface="Arial"/>
                <a:buChar char="•"/>
              </a:pPr>
              <a:r>
                <a:rPr lang="en-US" sz="25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Đặt hàng và thanh toán.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6059" y="7073096"/>
            <a:ext cx="8544140" cy="500071"/>
            <a:chOff x="0" y="0"/>
            <a:chExt cx="10407848" cy="6091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07848" cy="609150"/>
            </a:xfrm>
            <a:custGeom>
              <a:avLst/>
              <a:gdLst/>
              <a:ahLst/>
              <a:cxnLst/>
              <a:rect r="r" b="b" t="t" l="l"/>
              <a:pathLst>
                <a:path h="609150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9150"/>
                  </a:lnTo>
                  <a:lnTo>
                    <a:pt x="0" y="609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10407848" cy="7329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90226" indent="-195113" lvl="1">
                <a:lnSpc>
                  <a:spcPts val="4213"/>
                </a:lnSpc>
                <a:buFont typeface="Arial"/>
                <a:buChar char="•"/>
              </a:pPr>
              <a:r>
                <a:rPr lang="en-US" sz="25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Xem lịch sử đơn hàng.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27801" y="4462887"/>
            <a:ext cx="3879227" cy="690875"/>
            <a:chOff x="0" y="0"/>
            <a:chExt cx="4725392" cy="84157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25392" cy="841573"/>
            </a:xfrm>
            <a:custGeom>
              <a:avLst/>
              <a:gdLst/>
              <a:ahLst/>
              <a:cxnLst/>
              <a:rect r="r" b="b" t="t" l="l"/>
              <a:pathLst>
                <a:path h="841573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41573"/>
                  </a:lnTo>
                  <a:lnTo>
                    <a:pt x="0" y="8415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4725392" cy="8701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937"/>
                </a:lnSpc>
              </a:pPr>
              <a:r>
                <a:rPr lang="en-US" sz="3149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Tính năng nổi bật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27801" y="5258021"/>
            <a:ext cx="8544140" cy="500071"/>
            <a:chOff x="0" y="0"/>
            <a:chExt cx="10407848" cy="6091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07848" cy="609150"/>
            </a:xfrm>
            <a:custGeom>
              <a:avLst/>
              <a:gdLst/>
              <a:ahLst/>
              <a:cxnLst/>
              <a:rect r="r" b="b" t="t" l="l"/>
              <a:pathLst>
                <a:path h="609150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9150"/>
                  </a:lnTo>
                  <a:lnTo>
                    <a:pt x="0" y="609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23825"/>
              <a:ext cx="10407848" cy="7329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90226" indent="-195113" lvl="1">
                <a:lnSpc>
                  <a:spcPts val="4213"/>
                </a:lnSpc>
                <a:buFont typeface="Arial"/>
                <a:buChar char="•"/>
              </a:pPr>
              <a:r>
                <a:rPr lang="en-US" sz="25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Tự động cập nhật UI khi có đơn hàng mới.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27801" y="5863045"/>
            <a:ext cx="8544140" cy="500071"/>
            <a:chOff x="0" y="0"/>
            <a:chExt cx="10407848" cy="6091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07848" cy="609150"/>
            </a:xfrm>
            <a:custGeom>
              <a:avLst/>
              <a:gdLst/>
              <a:ahLst/>
              <a:cxnLst/>
              <a:rect r="r" b="b" t="t" l="l"/>
              <a:pathLst>
                <a:path h="609150" w="10407848">
                  <a:moveTo>
                    <a:pt x="0" y="0"/>
                  </a:moveTo>
                  <a:lnTo>
                    <a:pt x="10407848" y="0"/>
                  </a:lnTo>
                  <a:lnTo>
                    <a:pt x="10407848" y="609150"/>
                  </a:lnTo>
                  <a:lnTo>
                    <a:pt x="0" y="609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23825"/>
              <a:ext cx="10407848" cy="7329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90226" indent="-195113" lvl="1">
                <a:lnSpc>
                  <a:spcPts val="4213"/>
                </a:lnSpc>
                <a:buFont typeface="Arial"/>
                <a:buChar char="•"/>
              </a:pPr>
              <a:r>
                <a:rPr lang="en-US" sz="25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Điều hướng frontend bằng Vue Router.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spd="fast">
    <p:cover dir="l"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9265" y="374244"/>
            <a:ext cx="8005609" cy="1182286"/>
            <a:chOff x="0" y="0"/>
            <a:chExt cx="9841112" cy="14533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41112" cy="1453357"/>
            </a:xfrm>
            <a:custGeom>
              <a:avLst/>
              <a:gdLst/>
              <a:ahLst/>
              <a:cxnLst/>
              <a:rect r="r" b="b" t="t" l="l"/>
              <a:pathLst>
                <a:path h="1453357" w="9841112">
                  <a:moveTo>
                    <a:pt x="0" y="0"/>
                  </a:moveTo>
                  <a:lnTo>
                    <a:pt x="9841112" y="0"/>
                  </a:lnTo>
                  <a:lnTo>
                    <a:pt x="9841112" y="1453357"/>
                  </a:lnTo>
                  <a:lnTo>
                    <a:pt x="0" y="1453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841112" cy="14914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191"/>
                </a:lnSpc>
              </a:pPr>
              <a:r>
                <a:rPr lang="en-US" sz="571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Cấu trúc thư mục dự án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3496" y="1921030"/>
            <a:ext cx="796962" cy="921098"/>
            <a:chOff x="0" y="0"/>
            <a:chExt cx="979687" cy="11322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9678" cy="1132332"/>
            </a:xfrm>
            <a:custGeom>
              <a:avLst/>
              <a:gdLst/>
              <a:ahLst/>
              <a:cxnLst/>
              <a:rect r="r" b="b" t="t" l="l"/>
              <a:pathLst>
                <a:path h="1132332" w="979678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888238" y="0"/>
                  </a:lnTo>
                  <a:cubicBezTo>
                    <a:pt x="938784" y="0"/>
                    <a:pt x="979678" y="40894"/>
                    <a:pt x="979678" y="91440"/>
                  </a:cubicBezTo>
                  <a:lnTo>
                    <a:pt x="979678" y="1040892"/>
                  </a:lnTo>
                  <a:cubicBezTo>
                    <a:pt x="979678" y="1091438"/>
                    <a:pt x="938784" y="1132332"/>
                    <a:pt x="888238" y="1132332"/>
                  </a:cubicBezTo>
                  <a:lnTo>
                    <a:pt x="91440" y="1132332"/>
                  </a:lnTo>
                  <a:cubicBezTo>
                    <a:pt x="40894" y="1132332"/>
                    <a:pt x="0" y="1091438"/>
                    <a:pt x="0" y="1040892"/>
                  </a:cubicBezTo>
                  <a:close/>
                </a:path>
              </a:pathLst>
            </a:custGeom>
            <a:solidFill>
              <a:srgbClr val="E6E6E7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259265" y="1938787"/>
            <a:ext cx="885584" cy="885584"/>
          </a:xfrm>
          <a:custGeom>
            <a:avLst/>
            <a:gdLst/>
            <a:ahLst/>
            <a:cxnLst/>
            <a:rect r="r" b="b" t="t" l="l"/>
            <a:pathLst>
              <a:path h="885584" w="885584">
                <a:moveTo>
                  <a:pt x="0" y="0"/>
                </a:moveTo>
                <a:lnTo>
                  <a:pt x="885584" y="0"/>
                </a:lnTo>
                <a:lnTo>
                  <a:pt x="885584" y="885584"/>
                </a:lnTo>
                <a:lnTo>
                  <a:pt x="0" y="885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39936" y="1887131"/>
            <a:ext cx="3690364" cy="638279"/>
            <a:chOff x="0" y="0"/>
            <a:chExt cx="4536480" cy="7846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36480" cy="784622"/>
            </a:xfrm>
            <a:custGeom>
              <a:avLst/>
              <a:gdLst/>
              <a:ahLst/>
              <a:cxnLst/>
              <a:rect r="r" b="b" t="t" l="l"/>
              <a:pathLst>
                <a:path h="784622" w="4536480">
                  <a:moveTo>
                    <a:pt x="0" y="0"/>
                  </a:moveTo>
                  <a:lnTo>
                    <a:pt x="4536480" y="0"/>
                  </a:lnTo>
                  <a:lnTo>
                    <a:pt x="4536480" y="784622"/>
                  </a:lnTo>
                  <a:lnTo>
                    <a:pt x="0" y="7846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536480" cy="8131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7"/>
                </a:lnSpc>
              </a:pPr>
              <a:r>
                <a:rPr lang="en-US" sz="3024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Frontend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9936" y="2525410"/>
            <a:ext cx="4447291" cy="485236"/>
            <a:chOff x="0" y="0"/>
            <a:chExt cx="5466953" cy="5964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66954" cy="596490"/>
            </a:xfrm>
            <a:custGeom>
              <a:avLst/>
              <a:gdLst/>
              <a:ahLst/>
              <a:cxnLst/>
              <a:rect r="r" b="b" t="t" l="l"/>
              <a:pathLst>
                <a:path h="596490" w="5466954">
                  <a:moveTo>
                    <a:pt x="0" y="0"/>
                  </a:moveTo>
                  <a:lnTo>
                    <a:pt x="5466954" y="0"/>
                  </a:lnTo>
                  <a:lnTo>
                    <a:pt x="5466954" y="596490"/>
                  </a:lnTo>
                  <a:lnTo>
                    <a:pt x="0" y="596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5466953" cy="70126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10"/>
                </a:lnSpc>
              </a:pPr>
              <a:r>
                <a:rPr lang="en-US" sz="2524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User interface (Vue.js)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74251" y="1921030"/>
            <a:ext cx="796962" cy="921098"/>
            <a:chOff x="0" y="0"/>
            <a:chExt cx="979687" cy="11322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9678" cy="1132332"/>
            </a:xfrm>
            <a:custGeom>
              <a:avLst/>
              <a:gdLst/>
              <a:ahLst/>
              <a:cxnLst/>
              <a:rect r="r" b="b" t="t" l="l"/>
              <a:pathLst>
                <a:path h="1132332" w="979678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888238" y="0"/>
                  </a:lnTo>
                  <a:cubicBezTo>
                    <a:pt x="938784" y="0"/>
                    <a:pt x="979678" y="40894"/>
                    <a:pt x="979678" y="91440"/>
                  </a:cubicBezTo>
                  <a:lnTo>
                    <a:pt x="979678" y="1040892"/>
                  </a:lnTo>
                  <a:cubicBezTo>
                    <a:pt x="979678" y="1091438"/>
                    <a:pt x="938784" y="1132332"/>
                    <a:pt x="888238" y="1132332"/>
                  </a:cubicBezTo>
                  <a:lnTo>
                    <a:pt x="91440" y="1132332"/>
                  </a:lnTo>
                  <a:cubicBezTo>
                    <a:pt x="40894" y="1132332"/>
                    <a:pt x="0" y="1091438"/>
                    <a:pt x="0" y="1040892"/>
                  </a:cubicBezTo>
                  <a:close/>
                </a:path>
              </a:pathLst>
            </a:custGeom>
            <a:solidFill>
              <a:srgbClr val="E6E6E7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6330020" y="1938787"/>
            <a:ext cx="885584" cy="885584"/>
          </a:xfrm>
          <a:custGeom>
            <a:avLst/>
            <a:gdLst/>
            <a:ahLst/>
            <a:cxnLst/>
            <a:rect r="r" b="b" t="t" l="l"/>
            <a:pathLst>
              <a:path h="885584" w="885584">
                <a:moveTo>
                  <a:pt x="0" y="0"/>
                </a:moveTo>
                <a:lnTo>
                  <a:pt x="885584" y="0"/>
                </a:lnTo>
                <a:lnTo>
                  <a:pt x="885584" y="885584"/>
                </a:lnTo>
                <a:lnTo>
                  <a:pt x="0" y="885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510691" y="1887131"/>
            <a:ext cx="3690364" cy="638279"/>
            <a:chOff x="0" y="0"/>
            <a:chExt cx="4536480" cy="78462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36480" cy="784622"/>
            </a:xfrm>
            <a:custGeom>
              <a:avLst/>
              <a:gdLst/>
              <a:ahLst/>
              <a:cxnLst/>
              <a:rect r="r" b="b" t="t" l="l"/>
              <a:pathLst>
                <a:path h="784622" w="4536480">
                  <a:moveTo>
                    <a:pt x="0" y="0"/>
                  </a:moveTo>
                  <a:lnTo>
                    <a:pt x="4536480" y="0"/>
                  </a:lnTo>
                  <a:lnTo>
                    <a:pt x="4536480" y="784622"/>
                  </a:lnTo>
                  <a:lnTo>
                    <a:pt x="0" y="7846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536480" cy="8131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7"/>
                </a:lnSpc>
              </a:pPr>
              <a:r>
                <a:rPr lang="en-US" sz="3024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Microservices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510691" y="2525410"/>
            <a:ext cx="4447291" cy="990061"/>
            <a:chOff x="0" y="0"/>
            <a:chExt cx="5466953" cy="12170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66954" cy="1217059"/>
            </a:xfrm>
            <a:custGeom>
              <a:avLst/>
              <a:gdLst/>
              <a:ahLst/>
              <a:cxnLst/>
              <a:rect r="r" b="b" t="t" l="l"/>
              <a:pathLst>
                <a:path h="1217059" w="5466954">
                  <a:moveTo>
                    <a:pt x="0" y="0"/>
                  </a:moveTo>
                  <a:lnTo>
                    <a:pt x="5466954" y="0"/>
                  </a:lnTo>
                  <a:lnTo>
                    <a:pt x="5466954" y="1217059"/>
                  </a:lnTo>
                  <a:lnTo>
                    <a:pt x="0" y="1217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04775"/>
              <a:ext cx="5466953" cy="132183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10"/>
                </a:lnSpc>
              </a:pPr>
              <a:r>
                <a:rPr lang="en-US" sz="2524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user-service, product-service, order-service, payment-service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445005" y="1921030"/>
            <a:ext cx="796962" cy="921098"/>
            <a:chOff x="0" y="0"/>
            <a:chExt cx="979687" cy="113228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9678" cy="1132332"/>
            </a:xfrm>
            <a:custGeom>
              <a:avLst/>
              <a:gdLst/>
              <a:ahLst/>
              <a:cxnLst/>
              <a:rect r="r" b="b" t="t" l="l"/>
              <a:pathLst>
                <a:path h="1132332" w="979678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888238" y="0"/>
                  </a:lnTo>
                  <a:cubicBezTo>
                    <a:pt x="938784" y="0"/>
                    <a:pt x="979678" y="40894"/>
                    <a:pt x="979678" y="91440"/>
                  </a:cubicBezTo>
                  <a:lnTo>
                    <a:pt x="979678" y="1040892"/>
                  </a:lnTo>
                  <a:cubicBezTo>
                    <a:pt x="979678" y="1091438"/>
                    <a:pt x="938784" y="1132332"/>
                    <a:pt x="888238" y="1132332"/>
                  </a:cubicBezTo>
                  <a:lnTo>
                    <a:pt x="91440" y="1132332"/>
                  </a:lnTo>
                  <a:cubicBezTo>
                    <a:pt x="40894" y="1132332"/>
                    <a:pt x="0" y="1091438"/>
                    <a:pt x="0" y="1040892"/>
                  </a:cubicBezTo>
                  <a:close/>
                </a:path>
              </a:pathLst>
            </a:custGeom>
            <a:solidFill>
              <a:srgbClr val="E6E6E7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2400774" y="1938787"/>
            <a:ext cx="885584" cy="885584"/>
          </a:xfrm>
          <a:custGeom>
            <a:avLst/>
            <a:gdLst/>
            <a:ahLst/>
            <a:cxnLst/>
            <a:rect r="r" b="b" t="t" l="l"/>
            <a:pathLst>
              <a:path h="885584" w="885584">
                <a:moveTo>
                  <a:pt x="0" y="0"/>
                </a:moveTo>
                <a:lnTo>
                  <a:pt x="885584" y="0"/>
                </a:lnTo>
                <a:lnTo>
                  <a:pt x="885584" y="885584"/>
                </a:lnTo>
                <a:lnTo>
                  <a:pt x="0" y="885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3581445" y="1887131"/>
            <a:ext cx="3690364" cy="638279"/>
            <a:chOff x="0" y="0"/>
            <a:chExt cx="4536480" cy="7846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36480" cy="784622"/>
            </a:xfrm>
            <a:custGeom>
              <a:avLst/>
              <a:gdLst/>
              <a:ahLst/>
              <a:cxnLst/>
              <a:rect r="r" b="b" t="t" l="l"/>
              <a:pathLst>
                <a:path h="784622" w="4536480">
                  <a:moveTo>
                    <a:pt x="0" y="0"/>
                  </a:moveTo>
                  <a:lnTo>
                    <a:pt x="4536480" y="0"/>
                  </a:lnTo>
                  <a:lnTo>
                    <a:pt x="4536480" y="784622"/>
                  </a:lnTo>
                  <a:lnTo>
                    <a:pt x="0" y="7846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536480" cy="8131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7"/>
                </a:lnSpc>
              </a:pPr>
              <a:r>
                <a:rPr lang="en-US" sz="3024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Infrastructure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581445" y="2525410"/>
            <a:ext cx="4447291" cy="990061"/>
            <a:chOff x="0" y="0"/>
            <a:chExt cx="5466953" cy="121705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66954" cy="1217059"/>
            </a:xfrm>
            <a:custGeom>
              <a:avLst/>
              <a:gdLst/>
              <a:ahLst/>
              <a:cxnLst/>
              <a:rect r="r" b="b" t="t" l="l"/>
              <a:pathLst>
                <a:path h="1217059" w="5466954">
                  <a:moveTo>
                    <a:pt x="0" y="0"/>
                  </a:moveTo>
                  <a:lnTo>
                    <a:pt x="5466954" y="0"/>
                  </a:lnTo>
                  <a:lnTo>
                    <a:pt x="5466954" y="1217059"/>
                  </a:lnTo>
                  <a:lnTo>
                    <a:pt x="0" y="1217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04775"/>
              <a:ext cx="5466953" cy="132183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10"/>
                </a:lnSpc>
              </a:pPr>
              <a:r>
                <a:rPr lang="en-US" sz="2524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gateway, k8s, docker-compose.yaml, Jenkinsfile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59265" y="3802129"/>
            <a:ext cx="17769471" cy="6110627"/>
            <a:chOff x="0" y="0"/>
            <a:chExt cx="21843603" cy="751165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843619" cy="7511669"/>
            </a:xfrm>
            <a:custGeom>
              <a:avLst/>
              <a:gdLst/>
              <a:ahLst/>
              <a:cxnLst/>
              <a:rect r="r" b="b" t="t" l="l"/>
              <a:pathLst>
                <a:path h="7511669" w="21843619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1691219" y="0"/>
                  </a:lnTo>
                  <a:cubicBezTo>
                    <a:pt x="21775420" y="0"/>
                    <a:pt x="21843619" y="68199"/>
                    <a:pt x="21843619" y="152400"/>
                  </a:cubicBezTo>
                  <a:lnTo>
                    <a:pt x="21843619" y="7359269"/>
                  </a:lnTo>
                  <a:cubicBezTo>
                    <a:pt x="21843619" y="7443470"/>
                    <a:pt x="21775420" y="7511669"/>
                    <a:pt x="21691219" y="7511669"/>
                  </a:cubicBezTo>
                  <a:lnTo>
                    <a:pt x="152400" y="7511669"/>
                  </a:lnTo>
                  <a:cubicBezTo>
                    <a:pt x="68199" y="7511669"/>
                    <a:pt x="0" y="7443470"/>
                    <a:pt x="0" y="7359269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44575" y="3802129"/>
            <a:ext cx="17798850" cy="6110627"/>
            <a:chOff x="0" y="0"/>
            <a:chExt cx="21879718" cy="751165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879688" cy="7511669"/>
            </a:xfrm>
            <a:custGeom>
              <a:avLst/>
              <a:gdLst/>
              <a:ahLst/>
              <a:cxnLst/>
              <a:rect r="r" b="b" t="t" l="l"/>
              <a:pathLst>
                <a:path h="7511669" w="21879688">
                  <a:moveTo>
                    <a:pt x="0" y="54483"/>
                  </a:moveTo>
                  <a:cubicBezTo>
                    <a:pt x="0" y="24384"/>
                    <a:pt x="24384" y="0"/>
                    <a:pt x="54483" y="0"/>
                  </a:cubicBezTo>
                  <a:lnTo>
                    <a:pt x="21825204" y="0"/>
                  </a:lnTo>
                  <a:cubicBezTo>
                    <a:pt x="21855303" y="0"/>
                    <a:pt x="21879688" y="24384"/>
                    <a:pt x="21879688" y="54483"/>
                  </a:cubicBezTo>
                  <a:lnTo>
                    <a:pt x="21879688" y="7457186"/>
                  </a:lnTo>
                  <a:cubicBezTo>
                    <a:pt x="21879688" y="7487285"/>
                    <a:pt x="21855303" y="7511669"/>
                    <a:pt x="21825204" y="7511669"/>
                  </a:cubicBezTo>
                  <a:lnTo>
                    <a:pt x="54483" y="7511669"/>
                  </a:lnTo>
                  <a:cubicBezTo>
                    <a:pt x="24384" y="7511669"/>
                    <a:pt x="0" y="7487285"/>
                    <a:pt x="0" y="7457186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39663" y="4023445"/>
            <a:ext cx="17208677" cy="6050368"/>
            <a:chOff x="0" y="0"/>
            <a:chExt cx="21154232" cy="743757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154231" cy="7437578"/>
            </a:xfrm>
            <a:custGeom>
              <a:avLst/>
              <a:gdLst/>
              <a:ahLst/>
              <a:cxnLst/>
              <a:rect r="r" b="b" t="t" l="l"/>
              <a:pathLst>
                <a:path h="7437578" w="21154231">
                  <a:moveTo>
                    <a:pt x="0" y="0"/>
                  </a:moveTo>
                  <a:lnTo>
                    <a:pt x="21154231" y="0"/>
                  </a:lnTo>
                  <a:lnTo>
                    <a:pt x="21154231" y="7437578"/>
                  </a:lnTo>
                  <a:lnTo>
                    <a:pt x="0" y="74375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52400"/>
              <a:ext cx="21154232" cy="75899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10"/>
                </a:lnSpc>
              </a:pPr>
              <a:r>
                <a:rPr lang="en-US" sz="2524">
                  <a:solidFill>
                    <a:srgbClr val="3C3939"/>
                  </a:solidFill>
                  <a:latin typeface="Consolas"/>
                  <a:ea typeface="Consolas"/>
                  <a:cs typeface="Consolas"/>
                  <a:sym typeface="Consolas"/>
                </a:rPr>
                <a:t>dacn/</a:t>
              </a:r>
            </a:p>
            <a:p>
              <a:pPr algn="l">
                <a:lnSpc>
                  <a:spcPts val="4010"/>
                </a:lnSpc>
              </a:pPr>
              <a:r>
                <a:rPr lang="en-US" sz="2524">
                  <a:solidFill>
                    <a:srgbClr val="3C3939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frontend/             # User interface (Vue.js)</a:t>
              </a:r>
            </a:p>
            <a:p>
              <a:pPr algn="l">
                <a:lnSpc>
                  <a:spcPts val="4010"/>
                </a:lnSpc>
              </a:pPr>
              <a:r>
                <a:rPr lang="en-US" sz="2524">
                  <a:solidFill>
                    <a:srgbClr val="3C3939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gateway/              # API Gateway reverse proxy (Nginx)</a:t>
              </a:r>
            </a:p>
            <a:p>
              <a:pPr algn="l">
                <a:lnSpc>
                  <a:spcPts val="4010"/>
                </a:lnSpc>
              </a:pPr>
              <a:r>
                <a:rPr lang="en-US" sz="2524">
                  <a:solidFill>
                    <a:srgbClr val="3C3939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user-service/         # User microservice</a:t>
              </a:r>
            </a:p>
            <a:p>
              <a:pPr algn="l">
                <a:lnSpc>
                  <a:spcPts val="4010"/>
                </a:lnSpc>
              </a:pPr>
              <a:r>
                <a:rPr lang="en-US" sz="2524">
                  <a:solidFill>
                    <a:srgbClr val="3C3939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product-service/      # Product microservice</a:t>
              </a:r>
            </a:p>
            <a:p>
              <a:pPr algn="l">
                <a:lnSpc>
                  <a:spcPts val="4010"/>
                </a:lnSpc>
              </a:pPr>
              <a:r>
                <a:rPr lang="en-US" sz="2524">
                  <a:solidFill>
                    <a:srgbClr val="3C3939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order-service/        # Order microservice</a:t>
              </a:r>
            </a:p>
            <a:p>
              <a:pPr algn="l">
                <a:lnSpc>
                  <a:spcPts val="4010"/>
                </a:lnSpc>
              </a:pPr>
              <a:r>
                <a:rPr lang="en-US" sz="2524">
                  <a:solidFill>
                    <a:srgbClr val="3C3939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payment-service/      # Payment microservice</a:t>
              </a:r>
            </a:p>
            <a:p>
              <a:pPr algn="l">
                <a:lnSpc>
                  <a:spcPts val="4010"/>
                </a:lnSpc>
              </a:pPr>
              <a:r>
                <a:rPr lang="en-US" sz="2524">
                  <a:solidFill>
                    <a:srgbClr val="3C3939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k8s/                  # Kubernetes manifests</a:t>
              </a:r>
            </a:p>
            <a:p>
              <a:pPr algn="l">
                <a:lnSpc>
                  <a:spcPts val="4010"/>
                </a:lnSpc>
              </a:pPr>
              <a:r>
                <a:rPr lang="en-US" sz="2524">
                  <a:solidFill>
                    <a:srgbClr val="3C3939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docker-compose.yaml   # Run the entire system (local)</a:t>
              </a:r>
            </a:p>
            <a:p>
              <a:pPr algn="l">
                <a:lnSpc>
                  <a:spcPts val="4010"/>
                </a:lnSpc>
              </a:pPr>
              <a:r>
                <a:rPr lang="en-US" sz="2524">
                  <a:solidFill>
                    <a:srgbClr val="3C3939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Jenkinsfile           # Jenkins CI/CD pipeline</a:t>
              </a:r>
            </a:p>
            <a:p>
              <a:pPr algn="l">
                <a:lnSpc>
                  <a:spcPts val="4010"/>
                </a:lnSpc>
              </a:pPr>
              <a:r>
                <a:rPr lang="en-US" sz="2524">
                  <a:solidFill>
                    <a:srgbClr val="3C3939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README.md             # Project information</a:t>
              </a:r>
            </a:p>
            <a:p>
              <a:pPr algn="l">
                <a:lnSpc>
                  <a:spcPts val="401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388" y="2099285"/>
            <a:ext cx="10058425" cy="1227351"/>
            <a:chOff x="0" y="0"/>
            <a:chExt cx="12206088" cy="14894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06088" cy="1489414"/>
            </a:xfrm>
            <a:custGeom>
              <a:avLst/>
              <a:gdLst/>
              <a:ahLst/>
              <a:cxnLst/>
              <a:rect r="r" b="b" t="t" l="l"/>
              <a:pathLst>
                <a:path h="1489414" w="12206088">
                  <a:moveTo>
                    <a:pt x="0" y="0"/>
                  </a:moveTo>
                  <a:lnTo>
                    <a:pt x="12206088" y="0"/>
                  </a:lnTo>
                  <a:lnTo>
                    <a:pt x="12206088" y="1489414"/>
                  </a:lnTo>
                  <a:lnTo>
                    <a:pt x="0" y="1489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206088" cy="152751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561"/>
                </a:lnSpc>
              </a:pPr>
              <a:r>
                <a:rPr lang="en-US" sz="60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Khó khăn &amp; Cách khắc phục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2155" y="3690522"/>
            <a:ext cx="17923690" cy="4497193"/>
            <a:chOff x="0" y="0"/>
            <a:chExt cx="21750735" cy="54574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50655" cy="5457444"/>
            </a:xfrm>
            <a:custGeom>
              <a:avLst/>
              <a:gdLst/>
              <a:ahLst/>
              <a:cxnLst/>
              <a:rect r="r" b="b" t="t" l="l"/>
              <a:pathLst>
                <a:path h="5457444" w="2175065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21585301" y="0"/>
                  </a:lnTo>
                  <a:lnTo>
                    <a:pt x="21585301" y="6350"/>
                  </a:lnTo>
                  <a:lnTo>
                    <a:pt x="21585301" y="0"/>
                  </a:lnTo>
                  <a:cubicBezTo>
                    <a:pt x="21676615" y="0"/>
                    <a:pt x="21750655" y="73914"/>
                    <a:pt x="21750655" y="165100"/>
                  </a:cubicBezTo>
                  <a:lnTo>
                    <a:pt x="21744305" y="165100"/>
                  </a:lnTo>
                  <a:lnTo>
                    <a:pt x="21750655" y="165100"/>
                  </a:lnTo>
                  <a:lnTo>
                    <a:pt x="21750655" y="5292344"/>
                  </a:lnTo>
                  <a:lnTo>
                    <a:pt x="21744305" y="5292344"/>
                  </a:lnTo>
                  <a:lnTo>
                    <a:pt x="21750655" y="5292344"/>
                  </a:lnTo>
                  <a:cubicBezTo>
                    <a:pt x="21750655" y="5383530"/>
                    <a:pt x="21676615" y="5457444"/>
                    <a:pt x="21585301" y="5457444"/>
                  </a:cubicBezTo>
                  <a:lnTo>
                    <a:pt x="21585301" y="5451094"/>
                  </a:lnTo>
                  <a:lnTo>
                    <a:pt x="21585301" y="5457444"/>
                  </a:lnTo>
                  <a:lnTo>
                    <a:pt x="165354" y="5457444"/>
                  </a:lnTo>
                  <a:lnTo>
                    <a:pt x="165354" y="5451094"/>
                  </a:lnTo>
                  <a:lnTo>
                    <a:pt x="165354" y="5457444"/>
                  </a:lnTo>
                  <a:cubicBezTo>
                    <a:pt x="74041" y="5457444"/>
                    <a:pt x="0" y="5383530"/>
                    <a:pt x="0" y="529234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292344"/>
                  </a:lnTo>
                  <a:lnTo>
                    <a:pt x="6350" y="5292344"/>
                  </a:lnTo>
                  <a:lnTo>
                    <a:pt x="12700" y="5292344"/>
                  </a:lnTo>
                  <a:cubicBezTo>
                    <a:pt x="12700" y="5376545"/>
                    <a:pt x="81026" y="5444744"/>
                    <a:pt x="165354" y="5444744"/>
                  </a:cubicBezTo>
                  <a:lnTo>
                    <a:pt x="21585301" y="5444744"/>
                  </a:lnTo>
                  <a:cubicBezTo>
                    <a:pt x="21669629" y="5444744"/>
                    <a:pt x="21737955" y="5376545"/>
                    <a:pt x="21737955" y="5292344"/>
                  </a:cubicBezTo>
                  <a:lnTo>
                    <a:pt x="21737955" y="165100"/>
                  </a:lnTo>
                  <a:cubicBezTo>
                    <a:pt x="21737955" y="80899"/>
                    <a:pt x="21669629" y="12700"/>
                    <a:pt x="2158530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97853" y="3706220"/>
            <a:ext cx="17892294" cy="893159"/>
            <a:chOff x="0" y="0"/>
            <a:chExt cx="21712635" cy="10838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09363" y="3903591"/>
            <a:ext cx="8317893" cy="517833"/>
            <a:chOff x="0" y="0"/>
            <a:chExt cx="10093920" cy="628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93920" cy="628400"/>
            </a:xfrm>
            <a:custGeom>
              <a:avLst/>
              <a:gdLst/>
              <a:ahLst/>
              <a:cxnLst/>
              <a:rect r="r" b="b" t="t" l="l"/>
              <a:pathLst>
                <a:path h="628400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28400"/>
                  </a:lnTo>
                  <a:lnTo>
                    <a:pt x="0" y="628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23825"/>
              <a:ext cx="10093920" cy="752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76"/>
                </a:lnSpc>
              </a:pPr>
              <a:r>
                <a:rPr lang="en-US" sz="26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Thử thách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60742" y="3903591"/>
            <a:ext cx="8317893" cy="517833"/>
            <a:chOff x="0" y="0"/>
            <a:chExt cx="10093920" cy="628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93920" cy="628400"/>
            </a:xfrm>
            <a:custGeom>
              <a:avLst/>
              <a:gdLst/>
              <a:ahLst/>
              <a:cxnLst/>
              <a:rect r="r" b="b" t="t" l="l"/>
              <a:pathLst>
                <a:path h="628400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28400"/>
                  </a:lnTo>
                  <a:lnTo>
                    <a:pt x="0" y="628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23825"/>
              <a:ext cx="10093920" cy="752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76"/>
                </a:lnSpc>
              </a:pPr>
              <a:r>
                <a:rPr lang="en-US" sz="26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Hướng xử lý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7853" y="4599379"/>
            <a:ext cx="17892294" cy="893159"/>
            <a:chOff x="0" y="0"/>
            <a:chExt cx="21712635" cy="10838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09363" y="4796750"/>
            <a:ext cx="8317893" cy="517833"/>
            <a:chOff x="0" y="0"/>
            <a:chExt cx="10093920" cy="628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93920" cy="628400"/>
            </a:xfrm>
            <a:custGeom>
              <a:avLst/>
              <a:gdLst/>
              <a:ahLst/>
              <a:cxnLst/>
              <a:rect r="r" b="b" t="t" l="l"/>
              <a:pathLst>
                <a:path h="628400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28400"/>
                  </a:lnTo>
                  <a:lnTo>
                    <a:pt x="0" y="628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10093920" cy="752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76"/>
                </a:lnSpc>
              </a:pPr>
              <a:r>
                <a:rPr lang="en-US" sz="26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Đồng bộ microservices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60742" y="4796750"/>
            <a:ext cx="8317893" cy="517833"/>
            <a:chOff x="0" y="0"/>
            <a:chExt cx="10093920" cy="628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93920" cy="628400"/>
            </a:xfrm>
            <a:custGeom>
              <a:avLst/>
              <a:gdLst/>
              <a:ahLst/>
              <a:cxnLst/>
              <a:rect r="r" b="b" t="t" l="l"/>
              <a:pathLst>
                <a:path h="628400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28400"/>
                  </a:lnTo>
                  <a:lnTo>
                    <a:pt x="0" y="628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23825"/>
              <a:ext cx="10093920" cy="752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76"/>
                </a:lnSpc>
              </a:pPr>
              <a:r>
                <a:rPr lang="en-US" sz="26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Dùng API Gateway qua Nginx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97853" y="5492538"/>
            <a:ext cx="17892294" cy="893159"/>
            <a:chOff x="0" y="0"/>
            <a:chExt cx="21712635" cy="10838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09363" y="5689910"/>
            <a:ext cx="8317893" cy="517833"/>
            <a:chOff x="0" y="0"/>
            <a:chExt cx="10093920" cy="628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93920" cy="628400"/>
            </a:xfrm>
            <a:custGeom>
              <a:avLst/>
              <a:gdLst/>
              <a:ahLst/>
              <a:cxnLst/>
              <a:rect r="r" b="b" t="t" l="l"/>
              <a:pathLst>
                <a:path h="628400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28400"/>
                  </a:lnTo>
                  <a:lnTo>
                    <a:pt x="0" y="628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10093920" cy="752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76"/>
                </a:lnSpc>
              </a:pPr>
              <a:r>
                <a:rPr lang="en-US" sz="26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CI/CD phức tạp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60742" y="5689910"/>
            <a:ext cx="8317893" cy="517833"/>
            <a:chOff x="0" y="0"/>
            <a:chExt cx="10093920" cy="62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93920" cy="628400"/>
            </a:xfrm>
            <a:custGeom>
              <a:avLst/>
              <a:gdLst/>
              <a:ahLst/>
              <a:cxnLst/>
              <a:rect r="r" b="b" t="t" l="l"/>
              <a:pathLst>
                <a:path h="628400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28400"/>
                  </a:lnTo>
                  <a:lnTo>
                    <a:pt x="0" y="628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23825"/>
              <a:ext cx="10093920" cy="752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76"/>
                </a:lnSpc>
              </a:pPr>
              <a:r>
                <a:rPr lang="en-US" sz="26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Viết Jenkins Pipeline từng bước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7853" y="6385698"/>
            <a:ext cx="17892294" cy="893159"/>
            <a:chOff x="0" y="0"/>
            <a:chExt cx="21712635" cy="108386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09363" y="6583069"/>
            <a:ext cx="8317893" cy="517833"/>
            <a:chOff x="0" y="0"/>
            <a:chExt cx="10093920" cy="628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93920" cy="628400"/>
            </a:xfrm>
            <a:custGeom>
              <a:avLst/>
              <a:gdLst/>
              <a:ahLst/>
              <a:cxnLst/>
              <a:rect r="r" b="b" t="t" l="l"/>
              <a:pathLst>
                <a:path h="628400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28400"/>
                  </a:lnTo>
                  <a:lnTo>
                    <a:pt x="0" y="628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23825"/>
              <a:ext cx="10093920" cy="752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76"/>
                </a:lnSpc>
              </a:pPr>
              <a:r>
                <a:rPr lang="en-US" sz="26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Deploy k8s lỗi xác thực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60742" y="6583069"/>
            <a:ext cx="8317893" cy="517833"/>
            <a:chOff x="0" y="0"/>
            <a:chExt cx="10093920" cy="628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093920" cy="628400"/>
            </a:xfrm>
            <a:custGeom>
              <a:avLst/>
              <a:gdLst/>
              <a:ahLst/>
              <a:cxnLst/>
              <a:rect r="r" b="b" t="t" l="l"/>
              <a:pathLst>
                <a:path h="628400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28400"/>
                  </a:lnTo>
                  <a:lnTo>
                    <a:pt x="0" y="628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23825"/>
              <a:ext cx="10093920" cy="752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76"/>
                </a:lnSpc>
              </a:pPr>
              <a:r>
                <a:rPr lang="en-US" sz="26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Cấu hình kubeconfig và mount credentials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7853" y="7278857"/>
            <a:ext cx="17892294" cy="893159"/>
            <a:chOff x="0" y="0"/>
            <a:chExt cx="21712635" cy="108386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09363" y="7476229"/>
            <a:ext cx="8317893" cy="517833"/>
            <a:chOff x="0" y="0"/>
            <a:chExt cx="10093920" cy="628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93920" cy="628400"/>
            </a:xfrm>
            <a:custGeom>
              <a:avLst/>
              <a:gdLst/>
              <a:ahLst/>
              <a:cxnLst/>
              <a:rect r="r" b="b" t="t" l="l"/>
              <a:pathLst>
                <a:path h="628400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28400"/>
                  </a:lnTo>
                  <a:lnTo>
                    <a:pt x="0" y="628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23825"/>
              <a:ext cx="10093920" cy="752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76"/>
                </a:lnSpc>
              </a:pPr>
              <a:r>
                <a:rPr lang="en-US" sz="26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Reload UI thủ công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460742" y="7476229"/>
            <a:ext cx="8317893" cy="517833"/>
            <a:chOff x="0" y="0"/>
            <a:chExt cx="10093920" cy="628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093920" cy="628400"/>
            </a:xfrm>
            <a:custGeom>
              <a:avLst/>
              <a:gdLst/>
              <a:ahLst/>
              <a:cxnLst/>
              <a:rect r="r" b="b" t="t" l="l"/>
              <a:pathLst>
                <a:path h="628400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28400"/>
                  </a:lnTo>
                  <a:lnTo>
                    <a:pt x="0" y="628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23825"/>
              <a:ext cx="10093920" cy="752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76"/>
                </a:lnSpc>
              </a:pPr>
              <a:r>
                <a:rPr lang="en-US" sz="26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Thêm cơ chế lắng nghe sự kiện (event bus)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8059" y="1237102"/>
            <a:ext cx="7735325" cy="1238279"/>
            <a:chOff x="0" y="0"/>
            <a:chExt cx="9450983" cy="15129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0984" cy="1512924"/>
            </a:xfrm>
            <a:custGeom>
              <a:avLst/>
              <a:gdLst/>
              <a:ahLst/>
              <a:cxnLst/>
              <a:rect r="r" b="b" t="t" l="l"/>
              <a:pathLst>
                <a:path h="1512924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512924"/>
                  </a:lnTo>
                  <a:lnTo>
                    <a:pt x="0" y="15129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450983" cy="155102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685"/>
                </a:lnSpc>
              </a:pPr>
              <a:r>
                <a:rPr lang="en-US" sz="61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Đóng gói &amp; Triển khai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98747" y="3433923"/>
            <a:ext cx="3867581" cy="668987"/>
            <a:chOff x="0" y="0"/>
            <a:chExt cx="4725392" cy="8173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5392" cy="817365"/>
            </a:xfrm>
            <a:custGeom>
              <a:avLst/>
              <a:gdLst/>
              <a:ahLst/>
              <a:cxnLst/>
              <a:rect r="r" b="b" t="t" l="l"/>
              <a:pathLst>
                <a:path h="817365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17365"/>
                  </a:lnTo>
                  <a:lnTo>
                    <a:pt x="0" y="8173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725392" cy="84594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4187"/>
                </a:lnSpc>
              </a:pPr>
              <a:r>
                <a:rPr lang="en-US" sz="33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Đóng gói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8059" y="4102910"/>
            <a:ext cx="5318270" cy="1107095"/>
            <a:chOff x="0" y="0"/>
            <a:chExt cx="6497837" cy="13526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97837" cy="1352644"/>
            </a:xfrm>
            <a:custGeom>
              <a:avLst/>
              <a:gdLst/>
              <a:ahLst/>
              <a:cxnLst/>
              <a:rect r="r" b="b" t="t" l="l"/>
              <a:pathLst>
                <a:path h="1352644" w="6497837">
                  <a:moveTo>
                    <a:pt x="0" y="0"/>
                  </a:moveTo>
                  <a:lnTo>
                    <a:pt x="6497837" y="0"/>
                  </a:lnTo>
                  <a:lnTo>
                    <a:pt x="6497837" y="1352644"/>
                  </a:lnTo>
                  <a:lnTo>
                    <a:pt x="0" y="13526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33350"/>
              <a:ext cx="6497837" cy="14859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4539"/>
                </a:lnSpc>
              </a:pPr>
              <a:r>
                <a:rPr lang="en-US" sz="27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Tạo file .tar.gz chứa toàn bộ mã nguồn và cấu hình.</a:t>
              </a:r>
            </a:p>
          </p:txBody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6030347" y="2822756"/>
            <a:ext cx="6227142" cy="6227142"/>
          </a:xfrm>
          <a:custGeom>
            <a:avLst/>
            <a:gdLst/>
            <a:ahLst/>
            <a:cxnLst/>
            <a:rect r="r" b="b" t="t" l="l"/>
            <a:pathLst>
              <a:path h="6227142" w="6227142">
                <a:moveTo>
                  <a:pt x="0" y="0"/>
                </a:moveTo>
                <a:lnTo>
                  <a:pt x="6227142" y="0"/>
                </a:lnTo>
                <a:lnTo>
                  <a:pt x="6227142" y="6227142"/>
                </a:lnTo>
                <a:lnTo>
                  <a:pt x="0" y="62271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659205" y="3863673"/>
            <a:ext cx="462882" cy="782737"/>
            <a:chOff x="0" y="0"/>
            <a:chExt cx="565547" cy="9563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547" cy="956345"/>
            </a:xfrm>
            <a:custGeom>
              <a:avLst/>
              <a:gdLst/>
              <a:ahLst/>
              <a:cxnLst/>
              <a:rect r="r" b="b" t="t" l="l"/>
              <a:pathLst>
                <a:path h="956345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956345"/>
                  </a:lnTo>
                  <a:lnTo>
                    <a:pt x="0" y="9563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52400"/>
              <a:ext cx="565547" cy="11087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274"/>
                </a:lnSpc>
              </a:pPr>
              <a:r>
                <a:rPr lang="en-US" sz="3912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21508" y="3681442"/>
            <a:ext cx="3867581" cy="668987"/>
            <a:chOff x="0" y="0"/>
            <a:chExt cx="4725392" cy="8173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25392" cy="817365"/>
            </a:xfrm>
            <a:custGeom>
              <a:avLst/>
              <a:gdLst/>
              <a:ahLst/>
              <a:cxnLst/>
              <a:rect r="r" b="b" t="t" l="l"/>
              <a:pathLst>
                <a:path h="817365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17365"/>
                  </a:lnTo>
                  <a:lnTo>
                    <a:pt x="0" y="8173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4725392" cy="84594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187"/>
                </a:lnSpc>
              </a:pPr>
              <a:r>
                <a:rPr lang="en-US" sz="33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Giải nén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721508" y="4350429"/>
            <a:ext cx="5318432" cy="535595"/>
            <a:chOff x="0" y="0"/>
            <a:chExt cx="6498035" cy="6543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98035" cy="654388"/>
            </a:xfrm>
            <a:custGeom>
              <a:avLst/>
              <a:gdLst/>
              <a:ahLst/>
              <a:cxnLst/>
              <a:rect r="r" b="b" t="t" l="l"/>
              <a:pathLst>
                <a:path h="654388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654388"/>
                  </a:lnTo>
                  <a:lnTo>
                    <a:pt x="0" y="6543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33350"/>
              <a:ext cx="6498035" cy="7877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39"/>
                </a:lnSpc>
              </a:pPr>
              <a:r>
                <a:rPr lang="en-US" sz="27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Bung file trên máy chủ mới.</a:t>
              </a:r>
            </a:p>
          </p:txBody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6030347" y="2822756"/>
            <a:ext cx="6227142" cy="6227142"/>
          </a:xfrm>
          <a:custGeom>
            <a:avLst/>
            <a:gdLst/>
            <a:ahLst/>
            <a:cxnLst/>
            <a:rect r="r" b="b" t="t" l="l"/>
            <a:pathLst>
              <a:path h="6227142" w="6227142">
                <a:moveTo>
                  <a:pt x="0" y="0"/>
                </a:moveTo>
                <a:lnTo>
                  <a:pt x="6227142" y="0"/>
                </a:lnTo>
                <a:lnTo>
                  <a:pt x="6227142" y="6227142"/>
                </a:lnTo>
                <a:lnTo>
                  <a:pt x="0" y="6227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0695547" y="4393631"/>
            <a:ext cx="462882" cy="782737"/>
            <a:chOff x="0" y="0"/>
            <a:chExt cx="565547" cy="95634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5547" cy="956345"/>
            </a:xfrm>
            <a:custGeom>
              <a:avLst/>
              <a:gdLst/>
              <a:ahLst/>
              <a:cxnLst/>
              <a:rect r="r" b="b" t="t" l="l"/>
              <a:pathLst>
                <a:path h="956345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956345"/>
                  </a:lnTo>
                  <a:lnTo>
                    <a:pt x="0" y="9563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52400"/>
              <a:ext cx="565547" cy="11087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274"/>
                </a:lnSpc>
              </a:pPr>
              <a:r>
                <a:rPr lang="en-US" sz="3912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721508" y="7027024"/>
            <a:ext cx="3867581" cy="668986"/>
            <a:chOff x="0" y="0"/>
            <a:chExt cx="4725392" cy="81736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25392" cy="817363"/>
            </a:xfrm>
            <a:custGeom>
              <a:avLst/>
              <a:gdLst/>
              <a:ahLst/>
              <a:cxnLst/>
              <a:rect r="r" b="b" t="t" l="l"/>
              <a:pathLst>
                <a:path h="817363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17363"/>
                  </a:lnTo>
                  <a:lnTo>
                    <a:pt x="0" y="817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725392" cy="8459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187"/>
                </a:lnSpc>
              </a:pPr>
              <a:r>
                <a:rPr lang="en-US" sz="33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Khởi tạo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721508" y="7696009"/>
            <a:ext cx="5318432" cy="535595"/>
            <a:chOff x="0" y="0"/>
            <a:chExt cx="6498035" cy="6543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98035" cy="654388"/>
            </a:xfrm>
            <a:custGeom>
              <a:avLst/>
              <a:gdLst/>
              <a:ahLst/>
              <a:cxnLst/>
              <a:rect r="r" b="b" t="t" l="l"/>
              <a:pathLst>
                <a:path h="654388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654388"/>
                  </a:lnTo>
                  <a:lnTo>
                    <a:pt x="0" y="6543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33350"/>
              <a:ext cx="6498035" cy="7877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539"/>
                </a:lnSpc>
              </a:pPr>
              <a:r>
                <a:rPr lang="en-US" sz="27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Khởi tạo lại Jenkins, K8s, Docker.</a:t>
              </a:r>
            </a:p>
          </p:txBody>
        </p:sp>
      </p:grpSp>
      <p:sp>
        <p:nvSpPr>
          <p:cNvPr name="Freeform 35" id="35" descr="preencoded.png"/>
          <p:cNvSpPr/>
          <p:nvPr/>
        </p:nvSpPr>
        <p:spPr>
          <a:xfrm flipH="false" flipV="false" rot="0">
            <a:off x="6030347" y="2822756"/>
            <a:ext cx="6227142" cy="6227142"/>
          </a:xfrm>
          <a:custGeom>
            <a:avLst/>
            <a:gdLst/>
            <a:ahLst/>
            <a:cxnLst/>
            <a:rect r="r" b="b" t="t" l="l"/>
            <a:pathLst>
              <a:path h="6227142" w="6227142">
                <a:moveTo>
                  <a:pt x="0" y="0"/>
                </a:moveTo>
                <a:lnTo>
                  <a:pt x="6227142" y="0"/>
                </a:lnTo>
                <a:lnTo>
                  <a:pt x="6227142" y="6227142"/>
                </a:lnTo>
                <a:lnTo>
                  <a:pt x="0" y="6227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0165588" y="7429974"/>
            <a:ext cx="462882" cy="782737"/>
            <a:chOff x="0" y="0"/>
            <a:chExt cx="565547" cy="9563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5547" cy="956345"/>
            </a:xfrm>
            <a:custGeom>
              <a:avLst/>
              <a:gdLst/>
              <a:ahLst/>
              <a:cxnLst/>
              <a:rect r="r" b="b" t="t" l="l"/>
              <a:pathLst>
                <a:path h="956345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956345"/>
                  </a:lnTo>
                  <a:lnTo>
                    <a:pt x="0" y="9563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52400"/>
              <a:ext cx="565547" cy="11087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274"/>
                </a:lnSpc>
              </a:pPr>
              <a:r>
                <a:rPr lang="en-US" sz="3912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98747" y="6779504"/>
            <a:ext cx="3867581" cy="667677"/>
            <a:chOff x="0" y="0"/>
            <a:chExt cx="4725392" cy="8157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25392" cy="815764"/>
            </a:xfrm>
            <a:custGeom>
              <a:avLst/>
              <a:gdLst/>
              <a:ahLst/>
              <a:cxnLst/>
              <a:rect r="r" b="b" t="t" l="l"/>
              <a:pathLst>
                <a:path h="815764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15764"/>
                  </a:lnTo>
                  <a:lnTo>
                    <a:pt x="0" y="8157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4725392" cy="84433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4187"/>
                </a:lnSpc>
              </a:pPr>
              <a:r>
                <a:rPr lang="en-US" sz="33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Phục hồi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48059" y="7448489"/>
            <a:ext cx="5318270" cy="1107095"/>
            <a:chOff x="0" y="0"/>
            <a:chExt cx="6497837" cy="13526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97837" cy="1352644"/>
            </a:xfrm>
            <a:custGeom>
              <a:avLst/>
              <a:gdLst/>
              <a:ahLst/>
              <a:cxnLst/>
              <a:rect r="r" b="b" t="t" l="l"/>
              <a:pathLst>
                <a:path h="1352644" w="6497837">
                  <a:moveTo>
                    <a:pt x="0" y="0"/>
                  </a:moveTo>
                  <a:lnTo>
                    <a:pt x="6497837" y="0"/>
                  </a:lnTo>
                  <a:lnTo>
                    <a:pt x="6497837" y="1352644"/>
                  </a:lnTo>
                  <a:lnTo>
                    <a:pt x="0" y="13526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33350"/>
              <a:ext cx="6497837" cy="14859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4539"/>
                </a:lnSpc>
              </a:pPr>
              <a:r>
                <a:rPr lang="en-US" sz="27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Thích hợp cho phục hồi hệ thống trên Droplet mới.</a:t>
              </a:r>
            </a:p>
          </p:txBody>
        </p:sp>
      </p:grpSp>
      <p:sp>
        <p:nvSpPr>
          <p:cNvPr name="Freeform 45" id="45" descr="preencoded.png"/>
          <p:cNvSpPr/>
          <p:nvPr/>
        </p:nvSpPr>
        <p:spPr>
          <a:xfrm flipH="false" flipV="false" rot="0">
            <a:off x="6030347" y="2822756"/>
            <a:ext cx="6227142" cy="6227142"/>
          </a:xfrm>
          <a:custGeom>
            <a:avLst/>
            <a:gdLst/>
            <a:ahLst/>
            <a:cxnLst/>
            <a:rect r="r" b="b" t="t" l="l"/>
            <a:pathLst>
              <a:path h="6227142" w="6227142">
                <a:moveTo>
                  <a:pt x="0" y="0"/>
                </a:moveTo>
                <a:lnTo>
                  <a:pt x="6227142" y="0"/>
                </a:lnTo>
                <a:lnTo>
                  <a:pt x="6227142" y="6227142"/>
                </a:lnTo>
                <a:lnTo>
                  <a:pt x="0" y="6227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7129245" y="6900015"/>
            <a:ext cx="462882" cy="782737"/>
            <a:chOff x="0" y="0"/>
            <a:chExt cx="565547" cy="95634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65547" cy="956345"/>
            </a:xfrm>
            <a:custGeom>
              <a:avLst/>
              <a:gdLst/>
              <a:ahLst/>
              <a:cxnLst/>
              <a:rect r="r" b="b" t="t" l="l"/>
              <a:pathLst>
                <a:path h="956345" w="565547">
                  <a:moveTo>
                    <a:pt x="0" y="0"/>
                  </a:moveTo>
                  <a:lnTo>
                    <a:pt x="565547" y="0"/>
                  </a:lnTo>
                  <a:lnTo>
                    <a:pt x="565547" y="956345"/>
                  </a:lnTo>
                  <a:lnTo>
                    <a:pt x="0" y="9563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52400"/>
              <a:ext cx="565547" cy="11087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274"/>
                </a:lnSpc>
              </a:pPr>
              <a:r>
                <a:rPr lang="en-US" sz="3912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4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7029" y="1623260"/>
            <a:ext cx="7682651" cy="1210736"/>
            <a:chOff x="0" y="0"/>
            <a:chExt cx="9450983" cy="14894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0984" cy="1489414"/>
            </a:xfrm>
            <a:custGeom>
              <a:avLst/>
              <a:gdLst/>
              <a:ahLst/>
              <a:cxnLst/>
              <a:rect r="r" b="b" t="t" l="l"/>
              <a:pathLst>
                <a:path h="1489414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489414"/>
                  </a:lnTo>
                  <a:lnTo>
                    <a:pt x="0" y="1489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450983" cy="15179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186"/>
                </a:lnSpc>
              </a:pPr>
              <a:r>
                <a:rPr lang="en-US" sz="57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Kết luận</a:t>
              </a:r>
            </a:p>
          </p:txBody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3306720" y="3198117"/>
            <a:ext cx="2915656" cy="1770686"/>
          </a:xfrm>
          <a:custGeom>
            <a:avLst/>
            <a:gdLst/>
            <a:ahLst/>
            <a:cxnLst/>
            <a:rect r="r" b="b" t="t" l="l"/>
            <a:pathLst>
              <a:path h="1770686" w="2915656">
                <a:moveTo>
                  <a:pt x="0" y="0"/>
                </a:moveTo>
                <a:lnTo>
                  <a:pt x="2915656" y="0"/>
                </a:lnTo>
                <a:lnTo>
                  <a:pt x="2915656" y="1770685"/>
                </a:lnTo>
                <a:lnTo>
                  <a:pt x="0" y="17706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6" r="0" b="-216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548476" y="4032729"/>
            <a:ext cx="432145" cy="661683"/>
            <a:chOff x="0" y="0"/>
            <a:chExt cx="531613" cy="8139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1613" cy="813984"/>
            </a:xfrm>
            <a:custGeom>
              <a:avLst/>
              <a:gdLst/>
              <a:ahLst/>
              <a:cxnLst/>
              <a:rect r="r" b="b" t="t" l="l"/>
              <a:pathLst>
                <a:path h="813984" w="531613">
                  <a:moveTo>
                    <a:pt x="0" y="0"/>
                  </a:moveTo>
                  <a:lnTo>
                    <a:pt x="531613" y="0"/>
                  </a:lnTo>
                  <a:lnTo>
                    <a:pt x="531613" y="813984"/>
                  </a:lnTo>
                  <a:lnTo>
                    <a:pt x="0" y="8139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42875"/>
              <a:ext cx="531613" cy="9568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319"/>
                </a:lnSpc>
              </a:pPr>
              <a:r>
                <a:rPr lang="en-US" sz="3324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29669" y="3505410"/>
            <a:ext cx="3841244" cy="593357"/>
            <a:chOff x="0" y="0"/>
            <a:chExt cx="4725392" cy="7299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25392" cy="729931"/>
            </a:xfrm>
            <a:custGeom>
              <a:avLst/>
              <a:gdLst/>
              <a:ahLst/>
              <a:cxnLst/>
              <a:rect r="r" b="b" t="t" l="l"/>
              <a:pathLst>
                <a:path h="729931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729931"/>
                  </a:lnTo>
                  <a:lnTo>
                    <a:pt x="0" y="7299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725392" cy="75850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Hoàn thiện hệ thống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29669" y="4169841"/>
            <a:ext cx="8341274" cy="491670"/>
            <a:chOff x="0" y="0"/>
            <a:chExt cx="10261203" cy="6048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61203" cy="604838"/>
            </a:xfrm>
            <a:custGeom>
              <a:avLst/>
              <a:gdLst/>
              <a:ahLst/>
              <a:cxnLst/>
              <a:rect r="r" b="b" t="t" l="l"/>
              <a:pathLst>
                <a:path h="604838" w="10261203">
                  <a:moveTo>
                    <a:pt x="0" y="0"/>
                  </a:moveTo>
                  <a:lnTo>
                    <a:pt x="10261203" y="0"/>
                  </a:lnTo>
                  <a:lnTo>
                    <a:pt x="1026120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10261203" cy="7096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Hoàn thiện hệ thống thương mại dịch vụ có kiến trúc hiện đại.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99159" y="4986546"/>
            <a:ext cx="11641812" cy="20648"/>
            <a:chOff x="0" y="0"/>
            <a:chExt cx="14321433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321410" cy="25400"/>
            </a:xfrm>
            <a:custGeom>
              <a:avLst/>
              <a:gdLst/>
              <a:ahLst/>
              <a:cxnLst/>
              <a:rect r="r" b="b" t="t" l="l"/>
              <a:pathLst>
                <a:path h="25400" w="1432141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308710" y="0"/>
                  </a:lnTo>
                  <a:cubicBezTo>
                    <a:pt x="14315695" y="0"/>
                    <a:pt x="14321410" y="5715"/>
                    <a:pt x="14321410" y="12700"/>
                  </a:cubicBezTo>
                  <a:cubicBezTo>
                    <a:pt x="14321410" y="19685"/>
                    <a:pt x="14315695" y="25400"/>
                    <a:pt x="1430871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1848975" y="5045586"/>
            <a:ext cx="5831310" cy="1770686"/>
          </a:xfrm>
          <a:custGeom>
            <a:avLst/>
            <a:gdLst/>
            <a:ahLst/>
            <a:cxnLst/>
            <a:rect r="r" b="b" t="t" l="l"/>
            <a:pathLst>
              <a:path h="1770686" w="5831310">
                <a:moveTo>
                  <a:pt x="0" y="0"/>
                </a:moveTo>
                <a:lnTo>
                  <a:pt x="5831309" y="0"/>
                </a:lnTo>
                <a:lnTo>
                  <a:pt x="5831309" y="1770685"/>
                </a:lnTo>
                <a:lnTo>
                  <a:pt x="0" y="17706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7" r="0" b="-127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4548476" y="5660816"/>
            <a:ext cx="432145" cy="661683"/>
            <a:chOff x="0" y="0"/>
            <a:chExt cx="531613" cy="8139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1613" cy="813984"/>
            </a:xfrm>
            <a:custGeom>
              <a:avLst/>
              <a:gdLst/>
              <a:ahLst/>
              <a:cxnLst/>
              <a:rect r="r" b="b" t="t" l="l"/>
              <a:pathLst>
                <a:path h="813984" w="531613">
                  <a:moveTo>
                    <a:pt x="0" y="0"/>
                  </a:moveTo>
                  <a:lnTo>
                    <a:pt x="531613" y="0"/>
                  </a:lnTo>
                  <a:lnTo>
                    <a:pt x="531613" y="813984"/>
                  </a:lnTo>
                  <a:lnTo>
                    <a:pt x="0" y="8139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42875"/>
              <a:ext cx="531613" cy="9568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319"/>
                </a:lnSpc>
              </a:pPr>
              <a:r>
                <a:rPr lang="en-US" sz="3324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987577" y="5352879"/>
            <a:ext cx="3841244" cy="593357"/>
            <a:chOff x="0" y="0"/>
            <a:chExt cx="4725392" cy="7299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25392" cy="729931"/>
            </a:xfrm>
            <a:custGeom>
              <a:avLst/>
              <a:gdLst/>
              <a:ahLst/>
              <a:cxnLst/>
              <a:rect r="r" b="b" t="t" l="l"/>
              <a:pathLst>
                <a:path h="729931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729931"/>
                  </a:lnTo>
                  <a:lnTo>
                    <a:pt x="0" y="7299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4725392" cy="75850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Tự động hóa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987577" y="6017310"/>
            <a:ext cx="7262119" cy="491670"/>
            <a:chOff x="0" y="0"/>
            <a:chExt cx="8933657" cy="6048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933657" cy="604838"/>
            </a:xfrm>
            <a:custGeom>
              <a:avLst/>
              <a:gdLst/>
              <a:ahLst/>
              <a:cxnLst/>
              <a:rect r="r" b="b" t="t" l="l"/>
              <a:pathLst>
                <a:path h="604838" w="8933657">
                  <a:moveTo>
                    <a:pt x="0" y="0"/>
                  </a:moveTo>
                  <a:lnTo>
                    <a:pt x="8933657" y="0"/>
                  </a:lnTo>
                  <a:lnTo>
                    <a:pt x="8933657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04775"/>
              <a:ext cx="8933657" cy="7096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Tự động hóa toàn bộ quy trình phát triển → triển khai.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757067" y="6834015"/>
            <a:ext cx="10183904" cy="20648"/>
            <a:chOff x="0" y="0"/>
            <a:chExt cx="12527955" cy="25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527915" cy="25400"/>
            </a:xfrm>
            <a:custGeom>
              <a:avLst/>
              <a:gdLst/>
              <a:ahLst/>
              <a:cxnLst/>
              <a:rect r="r" b="b" t="t" l="l"/>
              <a:pathLst>
                <a:path h="25400" w="1252791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515215" y="0"/>
                  </a:lnTo>
                  <a:cubicBezTo>
                    <a:pt x="12522200" y="0"/>
                    <a:pt x="12527915" y="5715"/>
                    <a:pt x="12527915" y="12700"/>
                  </a:cubicBezTo>
                  <a:cubicBezTo>
                    <a:pt x="12527915" y="19685"/>
                    <a:pt x="12522200" y="25400"/>
                    <a:pt x="1251521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391066" y="6893055"/>
            <a:ext cx="8746965" cy="1770686"/>
          </a:xfrm>
          <a:custGeom>
            <a:avLst/>
            <a:gdLst/>
            <a:ahLst/>
            <a:cxnLst/>
            <a:rect r="r" b="b" t="t" l="l"/>
            <a:pathLst>
              <a:path h="1770686" w="8746965">
                <a:moveTo>
                  <a:pt x="0" y="0"/>
                </a:moveTo>
                <a:lnTo>
                  <a:pt x="8746965" y="0"/>
                </a:lnTo>
                <a:lnTo>
                  <a:pt x="8746965" y="1770685"/>
                </a:lnTo>
                <a:lnTo>
                  <a:pt x="0" y="1770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6" r="0" b="-156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4548315" y="7508285"/>
            <a:ext cx="432145" cy="661683"/>
            <a:chOff x="0" y="0"/>
            <a:chExt cx="531613" cy="8139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1613" cy="813984"/>
            </a:xfrm>
            <a:custGeom>
              <a:avLst/>
              <a:gdLst/>
              <a:ahLst/>
              <a:cxnLst/>
              <a:rect r="r" b="b" t="t" l="l"/>
              <a:pathLst>
                <a:path h="813984" w="531613">
                  <a:moveTo>
                    <a:pt x="0" y="0"/>
                  </a:moveTo>
                  <a:lnTo>
                    <a:pt x="531613" y="0"/>
                  </a:lnTo>
                  <a:lnTo>
                    <a:pt x="531613" y="813984"/>
                  </a:lnTo>
                  <a:lnTo>
                    <a:pt x="0" y="8139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42875"/>
              <a:ext cx="531613" cy="95685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319"/>
                </a:lnSpc>
              </a:pPr>
              <a:r>
                <a:rPr lang="en-US" sz="3324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45324" y="7200348"/>
            <a:ext cx="3841244" cy="593357"/>
            <a:chOff x="0" y="0"/>
            <a:chExt cx="4725392" cy="7299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25392" cy="729931"/>
            </a:xfrm>
            <a:custGeom>
              <a:avLst/>
              <a:gdLst/>
              <a:ahLst/>
              <a:cxnLst/>
              <a:rect r="r" b="b" t="t" l="l"/>
              <a:pathLst>
                <a:path h="729931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729931"/>
                  </a:lnTo>
                  <a:lnTo>
                    <a:pt x="0" y="7299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4725392" cy="75850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Kỹ năng thực tế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45324" y="7864778"/>
            <a:ext cx="7676843" cy="491670"/>
            <a:chOff x="0" y="0"/>
            <a:chExt cx="9443838" cy="60483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443838" cy="604838"/>
            </a:xfrm>
            <a:custGeom>
              <a:avLst/>
              <a:gdLst/>
              <a:ahLst/>
              <a:cxnLst/>
              <a:rect r="r" b="b" t="t" l="l"/>
              <a:pathLst>
                <a:path h="604838" w="9443838">
                  <a:moveTo>
                    <a:pt x="0" y="0"/>
                  </a:moveTo>
                  <a:lnTo>
                    <a:pt x="9443838" y="0"/>
                  </a:lnTo>
                  <a:lnTo>
                    <a:pt x="944383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04775"/>
              <a:ext cx="9443838" cy="7096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DevOps, Cloud Deployment, API Gateway, Microservices.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DAGlnYxKSdA</dc:identifier>
  <dcterms:modified xsi:type="dcterms:W3CDTF">2011-08-01T06:04:30Z</dcterms:modified>
  <cp:revision>1</cp:revision>
  <dc:title>Đồ án chuyên ngành</dc:title>
</cp:coreProperties>
</file>